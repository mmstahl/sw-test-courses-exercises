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1030" r:id="rId2"/>
    <p:sldId id="1043" r:id="rId3"/>
  </p:sldIdLst>
  <p:sldSz cx="9144000" cy="6858000" type="screen4x3"/>
  <p:notesSz cx="6858000" cy="9144000"/>
  <p:embeddedFontLst>
    <p:embeddedFont>
      <p:font typeface="Dosis Light" pitchFamily="2" charset="0"/>
      <p:regular r:id="rId5"/>
      <p:bold r:id="rId6"/>
    </p:embeddedFont>
    <p:embeddedFont>
      <p:font typeface="Titillium Web ExtraLight" panose="00000300000000000000" pitchFamily="2" charset="0"/>
      <p:regular r:id="rId7"/>
      <p:italic r:id="rId8"/>
    </p:embeddedFont>
    <p:embeddedFont>
      <p:font typeface="Titillium Web Light" panose="00000400000000000000" pitchFamily="2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7EB32C-FE9D-4A1E-88CB-9BAADA5CF1BC}" v="1" dt="2026-08-02T08:43:47.477"/>
  </p1510:revLst>
</p1510:revInfo>
</file>

<file path=ppt/tableStyles.xml><?xml version="1.0" encoding="utf-8"?>
<a:tblStyleLst xmlns:a="http://schemas.openxmlformats.org/drawingml/2006/main" def="{6B65C018-401D-4E79-BA3F-DD4AE9F38AE6}">
  <a:tblStyle styleId="{6B65C018-401D-4E79-BA3F-DD4AE9F38A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9" autoAdjust="0"/>
    <p:restoredTop sz="68527" autoAdjust="0"/>
  </p:normalViewPr>
  <p:slideViewPr>
    <p:cSldViewPr snapToGrid="0">
      <p:cViewPr varScale="1">
        <p:scale>
          <a:sx n="79" d="100"/>
          <a:sy n="79" d="100"/>
        </p:scale>
        <p:origin x="270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163DA-C776-C568-50BB-136293B05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9F7DA-CB3B-E440-F560-00F71C959A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DA3EEC-F3B8-D9F3-EAFC-89D2BF9B7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13911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 preserve="1">
  <p:cSld name="1_Subtitle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"/>
          <p:cNvSpPr txBox="1">
            <a:spLocks noGrp="1"/>
          </p:cNvSpPr>
          <p:nvPr>
            <p:ph type="ctrTitle"/>
          </p:nvPr>
        </p:nvSpPr>
        <p:spPr>
          <a:xfrm>
            <a:off x="743758" y="683009"/>
            <a:ext cx="52689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28" name="Google Shape;528;p3"/>
          <p:cNvSpPr txBox="1">
            <a:spLocks noGrp="1"/>
          </p:cNvSpPr>
          <p:nvPr>
            <p:ph type="subTitle" idx="1"/>
          </p:nvPr>
        </p:nvSpPr>
        <p:spPr>
          <a:xfrm>
            <a:off x="743758" y="2155416"/>
            <a:ext cx="52689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2400"/>
              <a:buNone/>
              <a:defRPr sz="1800">
                <a:solidFill>
                  <a:schemeClr val="accent1">
                    <a:lumMod val="75000"/>
                  </a:schemeClr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grpSp>
        <p:nvGrpSpPr>
          <p:cNvPr id="529" name="Google Shape;529;p3"/>
          <p:cNvGrpSpPr/>
          <p:nvPr/>
        </p:nvGrpSpPr>
        <p:grpSpPr>
          <a:xfrm rot="10800000">
            <a:off x="8705367" y="38264"/>
            <a:ext cx="410132" cy="6781736"/>
            <a:chOff x="836200" y="238125"/>
            <a:chExt cx="422425" cy="5238750"/>
          </a:xfrm>
        </p:grpSpPr>
        <p:sp>
          <p:nvSpPr>
            <p:cNvPr id="530" name="Google Shape;530;p3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610" name="Google Shape;610;p3"/>
          <p:cNvGrpSpPr/>
          <p:nvPr/>
        </p:nvGrpSpPr>
        <p:grpSpPr>
          <a:xfrm rot="10800000">
            <a:off x="6659535" y="38264"/>
            <a:ext cx="2309844" cy="6781736"/>
            <a:chOff x="986700" y="238125"/>
            <a:chExt cx="2379075" cy="5238750"/>
          </a:xfrm>
        </p:grpSpPr>
        <p:sp>
          <p:nvSpPr>
            <p:cNvPr id="611" name="Google Shape;611;p3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0" name="Google Shape;660;p3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1" name="Google Shape;661;p3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3" name="Google Shape;673;p3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4" name="Google Shape;674;p3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5" name="Google Shape;675;p3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6" name="Google Shape;676;p3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7" name="Google Shape;677;p3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8" name="Google Shape;678;p3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9" name="Google Shape;679;p3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0" name="Google Shape;680;p3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1" name="Google Shape;681;p3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2" name="Google Shape;682;p3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3" name="Google Shape;683;p3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4" name="Google Shape;684;p3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5" name="Google Shape;685;p3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6" name="Google Shape;686;p3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7" name="Google Shape;687;p3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8" name="Google Shape;688;p3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9" name="Google Shape;689;p3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0" name="Google Shape;690;p3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1" name="Google Shape;691;p3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2" name="Google Shape;692;p3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3" name="Google Shape;693;p3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4" name="Google Shape;694;p3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5" name="Google Shape;695;p3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6" name="Google Shape;696;p3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7" name="Google Shape;697;p3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8" name="Google Shape;698;p3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9" name="Google Shape;699;p3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0" name="Google Shape;700;p3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1" name="Google Shape;701;p3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2" name="Google Shape;702;p3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3" name="Google Shape;703;p3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4" name="Google Shape;704;p3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5" name="Google Shape;705;p3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6" name="Google Shape;706;p3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7" name="Google Shape;707;p3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8" name="Google Shape;708;p3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9" name="Google Shape;709;p3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0" name="Google Shape;710;p3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1" name="Google Shape;711;p3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2" name="Google Shape;712;p3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3" name="Google Shape;713;p3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4" name="Google Shape;714;p3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5" name="Google Shape;715;p3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6" name="Google Shape;716;p3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7" name="Google Shape;717;p3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8" name="Google Shape;718;p3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9" name="Google Shape;719;p3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0" name="Google Shape;720;p3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1" name="Google Shape;721;p3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2" name="Google Shape;722;p3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3" name="Google Shape;723;p3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4" name="Google Shape;724;p3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5" name="Google Shape;725;p3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6" name="Google Shape;726;p3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7" name="Google Shape;727;p3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8" name="Google Shape;728;p3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9" name="Google Shape;729;p3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730" name="Google Shape;730;p3"/>
          <p:cNvGrpSpPr/>
          <p:nvPr/>
        </p:nvGrpSpPr>
        <p:grpSpPr>
          <a:xfrm rot="10800000">
            <a:off x="6367293" y="38264"/>
            <a:ext cx="2017555" cy="6781736"/>
            <a:chOff x="1588750" y="238125"/>
            <a:chExt cx="2078025" cy="5238750"/>
          </a:xfrm>
        </p:grpSpPr>
        <p:sp>
          <p:nvSpPr>
            <p:cNvPr id="731" name="Google Shape;731;p3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2" name="Google Shape;732;p3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3" name="Google Shape;733;p3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4" name="Google Shape;734;p3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5" name="Google Shape;735;p3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6" name="Google Shape;736;p3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7" name="Google Shape;737;p3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8" name="Google Shape;738;p3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9" name="Google Shape;739;p3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0" name="Google Shape;740;p3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1" name="Google Shape;741;p3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2" name="Google Shape;742;p3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3" name="Google Shape;743;p3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4" name="Google Shape;744;p3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5" name="Google Shape;745;p3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6" name="Google Shape;746;p3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7" name="Google Shape;747;p3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8" name="Google Shape;748;p3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9" name="Google Shape;749;p3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0" name="Google Shape;750;p3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1" name="Google Shape;751;p3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2" name="Google Shape;752;p3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3" name="Google Shape;753;p3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4" name="Google Shape;754;p3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5" name="Google Shape;755;p3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6" name="Google Shape;756;p3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7" name="Google Shape;757;p3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8" name="Google Shape;758;p3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9" name="Google Shape;759;p3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0" name="Google Shape;760;p3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1" name="Google Shape;761;p3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2" name="Google Shape;762;p3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3" name="Google Shape;763;p3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4" name="Google Shape;764;p3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5" name="Google Shape;765;p3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6" name="Google Shape;766;p3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7" name="Google Shape;767;p3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8" name="Google Shape;768;p3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9" name="Google Shape;769;p3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0" name="Google Shape;770;p3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1" name="Google Shape;771;p3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2" name="Google Shape;772;p3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3" name="Google Shape;773;p3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4" name="Google Shape;774;p3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5" name="Google Shape;775;p3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6" name="Google Shape;776;p3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7" name="Google Shape;777;p3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8" name="Google Shape;778;p3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9" name="Google Shape;779;p3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0" name="Google Shape;780;p3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1" name="Google Shape;781;p3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2" name="Google Shape;782;p3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3" name="Google Shape;783;p3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4" name="Google Shape;784;p3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5" name="Google Shape;785;p3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6" name="Google Shape;786;p3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7" name="Google Shape;787;p3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8" name="Google Shape;788;p3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9" name="Google Shape;789;p3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0" name="Google Shape;790;p3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1" name="Google Shape;791;p3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2" name="Google Shape;792;p3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3" name="Google Shape;793;p3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4" name="Google Shape;794;p3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5" name="Google Shape;795;p3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6" name="Google Shape;796;p3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7" name="Google Shape;797;p3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8" name="Google Shape;798;p3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9" name="Google Shape;799;p3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0" name="Google Shape;800;p3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1" name="Google Shape;801;p3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2" name="Google Shape;802;p3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3" name="Google Shape;803;p3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4" name="Google Shape;804;p3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5" name="Google Shape;805;p3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6" name="Google Shape;806;p3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7" name="Google Shape;807;p3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8" name="Google Shape;808;p3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9" name="Google Shape;809;p3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0" name="Google Shape;810;p3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1" name="Google Shape;811;p3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2" name="Google Shape;812;p3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3" name="Google Shape;813;p3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4" name="Google Shape;814;p3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5" name="Google Shape;815;p3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6" name="Google Shape;816;p3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7" name="Google Shape;817;p3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8" name="Google Shape;818;p3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9" name="Google Shape;819;p3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0" name="Google Shape;820;p3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1" name="Google Shape;821;p3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2" name="Google Shape;822;p3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3" name="Google Shape;823;p3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4" name="Google Shape;824;p3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5" name="Google Shape;825;p3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6" name="Google Shape;826;p3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7" name="Google Shape;827;p3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8" name="Google Shape;828;p3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9" name="Google Shape;829;p3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0" name="Google Shape;830;p3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1" name="Google Shape;831;p3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2" name="Google Shape;832;p3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3" name="Google Shape;833;p3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4" name="Google Shape;834;p3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5" name="Google Shape;835;p3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6" name="Google Shape;836;p3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7" name="Google Shape;837;p3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8" name="Google Shape;838;p3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9" name="Google Shape;839;p3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0" name="Google Shape;840;p3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1" name="Google Shape;841;p3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2" name="Google Shape;842;p3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3" name="Google Shape;843;p3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4" name="Google Shape;844;p3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5" name="Google Shape;845;p3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6" name="Google Shape;846;p3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7" name="Google Shape;847;p3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8" name="Google Shape;848;p3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9" name="Google Shape;849;p3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0" name="Google Shape;850;p3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1" name="Google Shape;851;p3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2" name="Google Shape;852;p3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3" name="Google Shape;853;p3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4" name="Google Shape;854;p3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5" name="Google Shape;855;p3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6" name="Google Shape;856;p3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7" name="Google Shape;857;p3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8" name="Google Shape;858;p3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9" name="Google Shape;859;p3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0" name="Google Shape;860;p3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1" name="Google Shape;861;p3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2" name="Google Shape;862;p3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3" name="Google Shape;863;p3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4" name="Google Shape;864;p3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5" name="Google Shape;865;p3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6" name="Google Shape;866;p3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7" name="Google Shape;867;p3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8" name="Google Shape;868;p3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9" name="Google Shape;869;p3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0" name="Google Shape;870;p3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1" name="Google Shape;871;p3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2" name="Google Shape;872;p3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3" name="Google Shape;873;p3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4" name="Google Shape;874;p3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5" name="Google Shape;875;p3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6" name="Google Shape;876;p3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7" name="Google Shape;877;p3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8" name="Google Shape;878;p3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9" name="Google Shape;879;p3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0" name="Google Shape;880;p3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1" name="Google Shape;881;p3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2" name="Google Shape;882;p3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3" name="Google Shape;883;p3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4" name="Google Shape;884;p3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5" name="Google Shape;885;p3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6" name="Google Shape;886;p3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7" name="Google Shape;887;p3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8" name="Google Shape;888;p3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9" name="Google Shape;889;p3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0" name="Google Shape;890;p3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1" name="Google Shape;891;p3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2" name="Google Shape;892;p3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3" name="Google Shape;893;p3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4" name="Google Shape;894;p3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5" name="Google Shape;895;p3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6" name="Google Shape;896;p3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7" name="Google Shape;897;p3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8" name="Google Shape;898;p3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9" name="Google Shape;899;p3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0" name="Google Shape;900;p3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1" name="Google Shape;901;p3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2" name="Google Shape;902;p3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3" name="Google Shape;903;p3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4" name="Google Shape;904;p3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5" name="Google Shape;905;p3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6" name="Google Shape;906;p3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7" name="Google Shape;907;p3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8" name="Google Shape;908;p3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9" name="Google Shape;909;p3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0" name="Google Shape;910;p3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1" name="Google Shape;911;p3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2" name="Google Shape;912;p3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3" name="Google Shape;913;p3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4" name="Google Shape;914;p3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5" name="Google Shape;915;p3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6" name="Google Shape;916;p3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7" name="Google Shape;917;p3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8" name="Google Shape;918;p3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9" name="Google Shape;919;p3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0" name="Google Shape;920;p3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1" name="Google Shape;921;p3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2" name="Google Shape;922;p3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3" name="Google Shape;923;p3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4" name="Google Shape;924;p3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5" name="Google Shape;925;p3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6" name="Google Shape;926;p3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7" name="Google Shape;927;p3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8" name="Google Shape;928;p3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9" name="Google Shape;929;p3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0" name="Google Shape;930;p3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1" name="Google Shape;931;p3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2" name="Google Shape;932;p3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3" name="Google Shape;933;p3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4" name="Google Shape;934;p3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5" name="Google Shape;935;p3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6" name="Google Shape;936;p3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7" name="Google Shape;937;p3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8" name="Google Shape;938;p3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9" name="Google Shape;939;p3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940" name="Google Shape;940;p3"/>
          <p:cNvGrpSpPr/>
          <p:nvPr/>
        </p:nvGrpSpPr>
        <p:grpSpPr>
          <a:xfrm rot="10800000">
            <a:off x="6367295" y="38264"/>
            <a:ext cx="2309820" cy="6781736"/>
            <a:chOff x="1287725" y="238125"/>
            <a:chExt cx="2379050" cy="5238750"/>
          </a:xfrm>
        </p:grpSpPr>
        <p:sp>
          <p:nvSpPr>
            <p:cNvPr id="941" name="Google Shape;941;p3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2" name="Google Shape;942;p3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3" name="Google Shape;943;p3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4" name="Google Shape;944;p3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5" name="Google Shape;945;p3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6" name="Google Shape;946;p3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7" name="Google Shape;947;p3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8" name="Google Shape;948;p3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9" name="Google Shape;949;p3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0" name="Google Shape;950;p3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1" name="Google Shape;951;p3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2" name="Google Shape;952;p3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3" name="Google Shape;953;p3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4" name="Google Shape;954;p3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5" name="Google Shape;955;p3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6" name="Google Shape;956;p3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7" name="Google Shape;957;p3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8" name="Google Shape;958;p3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9" name="Google Shape;959;p3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0" name="Google Shape;960;p3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1" name="Google Shape;961;p3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2" name="Google Shape;962;p3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3" name="Google Shape;963;p3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4" name="Google Shape;964;p3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5" name="Google Shape;965;p3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6" name="Google Shape;966;p3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7" name="Google Shape;967;p3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8" name="Google Shape;968;p3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9" name="Google Shape;969;p3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0" name="Google Shape;970;p3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1" name="Google Shape;971;p3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2" name="Google Shape;972;p3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3" name="Google Shape;973;p3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4" name="Google Shape;974;p3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5" name="Google Shape;975;p3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6" name="Google Shape;976;p3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7" name="Google Shape;977;p3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8" name="Google Shape;978;p3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9" name="Google Shape;979;p3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0" name="Google Shape;980;p3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1" name="Google Shape;981;p3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2" name="Google Shape;982;p3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3" name="Google Shape;983;p3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4" name="Google Shape;984;p3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5" name="Google Shape;985;p3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6" name="Google Shape;986;p3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7" name="Google Shape;987;p3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8" name="Google Shape;988;p3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9" name="Google Shape;989;p3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0" name="Google Shape;990;p3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1" name="Google Shape;991;p3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2" name="Google Shape;992;p3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3" name="Google Shape;993;p3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4" name="Google Shape;994;p3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5" name="Google Shape;995;p3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6" name="Google Shape;996;p3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7" name="Google Shape;997;p3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8" name="Google Shape;998;p3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9" name="Google Shape;999;p3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0" name="Google Shape;1000;p3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1" name="Google Shape;1001;p3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2" name="Google Shape;1002;p3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3" name="Google Shape;1003;p3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4" name="Google Shape;1004;p3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5" name="Google Shape;1005;p3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6" name="Google Shape;1006;p3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7" name="Google Shape;1007;p3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8" name="Google Shape;1008;p3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9" name="Google Shape;1009;p3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0" name="Google Shape;1010;p3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1" name="Google Shape;1011;p3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2" name="Google Shape;1012;p3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3" name="Google Shape;1013;p3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4" name="Google Shape;1014;p3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5" name="Google Shape;1015;p3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6" name="Google Shape;1016;p3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7" name="Google Shape;1017;p3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8" name="Google Shape;1018;p3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9" name="Google Shape;1019;p3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0" name="Google Shape;1020;p3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1" name="Google Shape;1021;p3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2" name="Google Shape;1022;p3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3" name="Google Shape;1023;p3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4" name="Google Shape;1024;p3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5" name="Google Shape;1025;p3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6" name="Google Shape;1026;p3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7" name="Google Shape;1027;p3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8" name="Google Shape;1028;p3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9" name="Google Shape;1029;p3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0" name="Google Shape;1030;p3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1" name="Google Shape;1031;p3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2" name="Google Shape;1032;p3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3" name="Google Shape;1033;p3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4" name="Google Shape;1034;p3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5" name="Google Shape;1035;p3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6" name="Google Shape;1036;p3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7" name="Google Shape;1037;p3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8" name="Google Shape;1038;p3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9" name="Google Shape;1039;p3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0" name="Google Shape;1040;p3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1" name="Google Shape;1041;p3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2" name="Google Shape;1042;p3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3" name="Google Shape;1043;p3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1571875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201738"/>
            <a:ext cx="4041775" cy="4840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201738"/>
            <a:ext cx="4043362" cy="4840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745034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8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420938" y="3651250"/>
            <a:ext cx="6265862" cy="457200"/>
          </a:xfrm>
        </p:spPr>
        <p:txBody>
          <a:bodyPr anchor="b">
            <a:spAutoFit/>
          </a:bodyPr>
          <a:lstStyle>
            <a:lvl1pPr algn="r">
              <a:defRPr sz="3000">
                <a:solidFill>
                  <a:srgbClr val="0860A8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8048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406650" y="4478338"/>
            <a:ext cx="6280150" cy="457200"/>
          </a:xfrm>
        </p:spPr>
        <p:txBody>
          <a:bodyPr wrap="none">
            <a:spAutoFit/>
          </a:bodyPr>
          <a:lstStyle>
            <a:lvl1pPr algn="r">
              <a:defRPr sz="3000">
                <a:solidFill>
                  <a:srgbClr val="0860A8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25655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 userDrawn="1">
  <p:cSld name="1_Quote">
    <p:bg>
      <p:bgPr>
        <a:solidFill>
          <a:srgbClr val="0B87A1"/>
        </a:solidFill>
        <a:effectLst/>
      </p:bgPr>
    </p:bg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4"/>
          <p:cNvSpPr txBox="1">
            <a:spLocks noGrp="1"/>
          </p:cNvSpPr>
          <p:nvPr>
            <p:ph type="body" idx="1" hasCustomPrompt="1"/>
          </p:nvPr>
        </p:nvSpPr>
        <p:spPr>
          <a:xfrm>
            <a:off x="1481877" y="323458"/>
            <a:ext cx="4024689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5613" lvl="0" indent="1588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800" i="0">
                <a:solidFill>
                  <a:srgbClr val="FFFFFF"/>
                </a:solidFill>
              </a:defRPr>
            </a:lvl1pPr>
            <a:lvl2pPr marL="914309" lvl="1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2pPr>
            <a:lvl3pPr marL="1371464" lvl="2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3pPr>
            <a:lvl4pPr marL="1828618" lvl="3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4pPr>
            <a:lvl5pPr marL="2285774" lvl="4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5pPr>
            <a:lvl6pPr marL="2742926" lvl="5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6pPr>
            <a:lvl7pPr marL="3200080" lvl="6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●"/>
              <a:defRPr sz="3000" i="1">
                <a:solidFill>
                  <a:srgbClr val="FFFFFF"/>
                </a:solidFill>
              </a:defRPr>
            </a:lvl7pPr>
            <a:lvl8pPr marL="3657235" lvl="7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○"/>
              <a:defRPr sz="3000" i="1">
                <a:solidFill>
                  <a:srgbClr val="FFFFFF"/>
                </a:solidFill>
              </a:defRPr>
            </a:lvl8pPr>
            <a:lvl9pPr marL="4114389" lvl="8" indent="-41906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■"/>
              <a:defRPr sz="3000" i="1">
                <a:solidFill>
                  <a:srgbClr val="FFFFFF"/>
                </a:solidFill>
              </a:defRPr>
            </a:lvl9pPr>
          </a:lstStyle>
          <a:p>
            <a:pPr lvl="0"/>
            <a:r>
              <a:rPr lang="en-US" dirty="0"/>
              <a:t>Class activity</a:t>
            </a:r>
          </a:p>
        </p:txBody>
      </p:sp>
      <p:grpSp>
        <p:nvGrpSpPr>
          <p:cNvPr id="1047" name="Google Shape;1047;p4"/>
          <p:cNvGrpSpPr/>
          <p:nvPr/>
        </p:nvGrpSpPr>
        <p:grpSpPr>
          <a:xfrm rot="10800000">
            <a:off x="8705367" y="38264"/>
            <a:ext cx="410132" cy="6781736"/>
            <a:chOff x="836200" y="238125"/>
            <a:chExt cx="422425" cy="5238750"/>
          </a:xfrm>
        </p:grpSpPr>
        <p:sp>
          <p:nvSpPr>
            <p:cNvPr id="1048" name="Google Shape;1048;p4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9" name="Google Shape;1049;p4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0" name="Google Shape;1050;p4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1" name="Google Shape;1051;p4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2" name="Google Shape;1052;p4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3" name="Google Shape;1053;p4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4" name="Google Shape;1054;p4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5" name="Google Shape;1055;p4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6" name="Google Shape;1056;p4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7" name="Google Shape;1057;p4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8" name="Google Shape;1058;p4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9" name="Google Shape;1059;p4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0" name="Google Shape;1060;p4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1" name="Google Shape;1061;p4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2" name="Google Shape;1062;p4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3" name="Google Shape;1063;p4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4" name="Google Shape;1064;p4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5" name="Google Shape;1065;p4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6" name="Google Shape;1066;p4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7" name="Google Shape;1067;p4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8" name="Google Shape;1068;p4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9" name="Google Shape;1069;p4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0" name="Google Shape;1070;p4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1" name="Google Shape;1071;p4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2" name="Google Shape;1072;p4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3" name="Google Shape;1073;p4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4" name="Google Shape;1074;p4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5" name="Google Shape;1075;p4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6" name="Google Shape;1076;p4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7" name="Google Shape;1077;p4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8" name="Google Shape;1078;p4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9" name="Google Shape;1079;p4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0" name="Google Shape;1080;p4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1" name="Google Shape;1081;p4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2" name="Google Shape;1082;p4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3" name="Google Shape;1083;p4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4" name="Google Shape;1084;p4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5" name="Google Shape;1085;p4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6" name="Google Shape;1086;p4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7" name="Google Shape;1087;p4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8" name="Google Shape;1088;p4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9" name="Google Shape;1089;p4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0" name="Google Shape;1090;p4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1" name="Google Shape;1091;p4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2" name="Google Shape;1092;p4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3" name="Google Shape;1093;p4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4" name="Google Shape;1094;p4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5" name="Google Shape;1095;p4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6" name="Google Shape;1096;p4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7" name="Google Shape;1097;p4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8" name="Google Shape;1098;p4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9" name="Google Shape;1099;p4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0" name="Google Shape;1100;p4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1" name="Google Shape;1101;p4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2" name="Google Shape;1102;p4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3" name="Google Shape;1103;p4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4" name="Google Shape;1104;p4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5" name="Google Shape;1105;p4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6" name="Google Shape;1106;p4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7" name="Google Shape;1107;p4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8" name="Google Shape;1108;p4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9" name="Google Shape;1109;p4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0" name="Google Shape;1110;p4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1" name="Google Shape;1111;p4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2" name="Google Shape;1112;p4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3" name="Google Shape;1113;p4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4" name="Google Shape;1114;p4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5" name="Google Shape;1115;p4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6" name="Google Shape;1116;p4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7" name="Google Shape;1117;p4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8" name="Google Shape;1118;p4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9" name="Google Shape;1119;p4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0" name="Google Shape;1120;p4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1" name="Google Shape;1121;p4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2" name="Google Shape;1122;p4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3" name="Google Shape;1123;p4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4" name="Google Shape;1124;p4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5" name="Google Shape;1125;p4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6" name="Google Shape;1126;p4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7" name="Google Shape;1127;p4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128" name="Google Shape;1128;p4"/>
          <p:cNvGrpSpPr/>
          <p:nvPr/>
        </p:nvGrpSpPr>
        <p:grpSpPr>
          <a:xfrm rot="10800000">
            <a:off x="6659535" y="38264"/>
            <a:ext cx="2309844" cy="6781736"/>
            <a:chOff x="986700" y="238125"/>
            <a:chExt cx="2379075" cy="5238750"/>
          </a:xfrm>
        </p:grpSpPr>
        <p:sp>
          <p:nvSpPr>
            <p:cNvPr id="1129" name="Google Shape;1129;p4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0" name="Google Shape;1130;p4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1" name="Google Shape;1131;p4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2" name="Google Shape;1132;p4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3" name="Google Shape;1133;p4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4" name="Google Shape;1134;p4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5" name="Google Shape;1135;p4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6" name="Google Shape;1136;p4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7" name="Google Shape;1137;p4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8" name="Google Shape;1138;p4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9" name="Google Shape;1139;p4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0" name="Google Shape;1140;p4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1" name="Google Shape;1141;p4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2" name="Google Shape;1142;p4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3" name="Google Shape;1143;p4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4" name="Google Shape;1144;p4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5" name="Google Shape;1145;p4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6" name="Google Shape;1146;p4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7" name="Google Shape;1147;p4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8" name="Google Shape;1148;p4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9" name="Google Shape;1149;p4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0" name="Google Shape;1150;p4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1" name="Google Shape;1151;p4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2" name="Google Shape;1152;p4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3" name="Google Shape;1153;p4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4" name="Google Shape;1154;p4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5" name="Google Shape;1155;p4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6" name="Google Shape;1156;p4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7" name="Google Shape;1157;p4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8" name="Google Shape;1158;p4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9" name="Google Shape;1159;p4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0" name="Google Shape;1160;p4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1" name="Google Shape;1161;p4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2" name="Google Shape;1162;p4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3" name="Google Shape;1163;p4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4" name="Google Shape;1164;p4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5" name="Google Shape;1165;p4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6" name="Google Shape;1166;p4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7" name="Google Shape;1167;p4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8" name="Google Shape;1168;p4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9" name="Google Shape;1169;p4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0" name="Google Shape;1170;p4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1" name="Google Shape;1171;p4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2" name="Google Shape;1172;p4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3" name="Google Shape;1173;p4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4" name="Google Shape;1174;p4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5" name="Google Shape;1175;p4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6" name="Google Shape;1176;p4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7" name="Google Shape;1177;p4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8" name="Google Shape;1178;p4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9" name="Google Shape;1179;p4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0" name="Google Shape;1180;p4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1" name="Google Shape;1181;p4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2" name="Google Shape;1182;p4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3" name="Google Shape;1183;p4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4" name="Google Shape;1184;p4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5" name="Google Shape;1185;p4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6" name="Google Shape;1186;p4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7" name="Google Shape;1187;p4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8" name="Google Shape;1188;p4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9" name="Google Shape;1189;p4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0" name="Google Shape;1190;p4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1" name="Google Shape;1191;p4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2" name="Google Shape;1192;p4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3" name="Google Shape;1193;p4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4" name="Google Shape;1194;p4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5" name="Google Shape;1195;p4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6" name="Google Shape;1196;p4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7" name="Google Shape;1197;p4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8" name="Google Shape;1198;p4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9" name="Google Shape;1199;p4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0" name="Google Shape;1200;p4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1" name="Google Shape;1201;p4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2" name="Google Shape;1202;p4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3" name="Google Shape;1203;p4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4" name="Google Shape;1204;p4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5" name="Google Shape;1205;p4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6" name="Google Shape;1206;p4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7" name="Google Shape;1207;p4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8" name="Google Shape;1208;p4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9" name="Google Shape;1209;p4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0" name="Google Shape;1210;p4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1" name="Google Shape;1211;p4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2" name="Google Shape;1212;p4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3" name="Google Shape;1213;p4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4" name="Google Shape;1214;p4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5" name="Google Shape;1215;p4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6" name="Google Shape;1216;p4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7" name="Google Shape;1217;p4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8" name="Google Shape;1218;p4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9" name="Google Shape;1219;p4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0" name="Google Shape;1220;p4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1" name="Google Shape;1221;p4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2" name="Google Shape;1222;p4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3" name="Google Shape;1223;p4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4" name="Google Shape;1224;p4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5" name="Google Shape;1225;p4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6" name="Google Shape;1226;p4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7" name="Google Shape;1227;p4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8" name="Google Shape;1228;p4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9" name="Google Shape;1229;p4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0" name="Google Shape;1230;p4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1" name="Google Shape;1231;p4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2" name="Google Shape;1232;p4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3" name="Google Shape;1233;p4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4" name="Google Shape;1234;p4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5" name="Google Shape;1235;p4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6" name="Google Shape;1236;p4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7" name="Google Shape;1237;p4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8" name="Google Shape;1238;p4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9" name="Google Shape;1239;p4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0" name="Google Shape;1240;p4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1" name="Google Shape;1241;p4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2" name="Google Shape;1242;p4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3" name="Google Shape;1243;p4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4" name="Google Shape;1244;p4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5" name="Google Shape;1245;p4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6" name="Google Shape;1246;p4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7" name="Google Shape;1247;p4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248" name="Google Shape;1248;p4"/>
          <p:cNvGrpSpPr/>
          <p:nvPr/>
        </p:nvGrpSpPr>
        <p:grpSpPr>
          <a:xfrm rot="10800000">
            <a:off x="6367293" y="38264"/>
            <a:ext cx="2017555" cy="6781736"/>
            <a:chOff x="1588750" y="238125"/>
            <a:chExt cx="2078025" cy="5238750"/>
          </a:xfrm>
        </p:grpSpPr>
        <p:sp>
          <p:nvSpPr>
            <p:cNvPr id="1249" name="Google Shape;1249;p4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0" name="Google Shape;1250;p4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1" name="Google Shape;1251;p4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2" name="Google Shape;1252;p4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3" name="Google Shape;1253;p4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4" name="Google Shape;1254;p4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5" name="Google Shape;1255;p4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6" name="Google Shape;1256;p4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7" name="Google Shape;1257;p4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8" name="Google Shape;1258;p4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9" name="Google Shape;1259;p4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0" name="Google Shape;1260;p4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1" name="Google Shape;1261;p4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2" name="Google Shape;1262;p4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3" name="Google Shape;1263;p4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4" name="Google Shape;1264;p4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5" name="Google Shape;1265;p4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6" name="Google Shape;1266;p4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7" name="Google Shape;1267;p4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8" name="Google Shape;1268;p4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9" name="Google Shape;1269;p4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0" name="Google Shape;1270;p4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1" name="Google Shape;1271;p4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2" name="Google Shape;1272;p4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3" name="Google Shape;1273;p4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4" name="Google Shape;1274;p4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5" name="Google Shape;1275;p4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6" name="Google Shape;1276;p4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7" name="Google Shape;1277;p4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8" name="Google Shape;1278;p4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9" name="Google Shape;1279;p4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0" name="Google Shape;1280;p4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1" name="Google Shape;1281;p4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2" name="Google Shape;1282;p4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3" name="Google Shape;1283;p4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4" name="Google Shape;1284;p4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5" name="Google Shape;1285;p4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6" name="Google Shape;1286;p4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7" name="Google Shape;1287;p4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8" name="Google Shape;1288;p4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9" name="Google Shape;1289;p4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0" name="Google Shape;1290;p4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1" name="Google Shape;1291;p4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2" name="Google Shape;1292;p4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3" name="Google Shape;1293;p4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4" name="Google Shape;1294;p4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5" name="Google Shape;1295;p4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6" name="Google Shape;1296;p4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7" name="Google Shape;1297;p4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8" name="Google Shape;1298;p4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9" name="Google Shape;1299;p4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0" name="Google Shape;1300;p4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1" name="Google Shape;1301;p4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2" name="Google Shape;1302;p4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3" name="Google Shape;1303;p4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4" name="Google Shape;1304;p4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5" name="Google Shape;1305;p4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6" name="Google Shape;1306;p4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7" name="Google Shape;1307;p4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8" name="Google Shape;1308;p4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9" name="Google Shape;1309;p4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0" name="Google Shape;1310;p4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1" name="Google Shape;1311;p4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2" name="Google Shape;1312;p4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3" name="Google Shape;1313;p4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4" name="Google Shape;1314;p4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5" name="Google Shape;1315;p4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6" name="Google Shape;1316;p4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7" name="Google Shape;1317;p4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8" name="Google Shape;1318;p4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9" name="Google Shape;1319;p4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0" name="Google Shape;1320;p4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1" name="Google Shape;1321;p4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2" name="Google Shape;1322;p4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3" name="Google Shape;1323;p4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4" name="Google Shape;1324;p4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5" name="Google Shape;1325;p4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6" name="Google Shape;1326;p4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7" name="Google Shape;1327;p4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8" name="Google Shape;1328;p4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9" name="Google Shape;1329;p4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0" name="Google Shape;1330;p4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1" name="Google Shape;1331;p4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2" name="Google Shape;1332;p4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3" name="Google Shape;1333;p4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4" name="Google Shape;1334;p4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5" name="Google Shape;1335;p4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6" name="Google Shape;1336;p4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7" name="Google Shape;1337;p4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8" name="Google Shape;1338;p4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9" name="Google Shape;1339;p4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0" name="Google Shape;1340;p4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1" name="Google Shape;1341;p4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2" name="Google Shape;1342;p4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3" name="Google Shape;1343;p4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4" name="Google Shape;1344;p4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5" name="Google Shape;1345;p4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6" name="Google Shape;1346;p4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7" name="Google Shape;1347;p4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8" name="Google Shape;1348;p4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9" name="Google Shape;1349;p4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0" name="Google Shape;1350;p4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1" name="Google Shape;1351;p4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2" name="Google Shape;1352;p4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3" name="Google Shape;1353;p4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4" name="Google Shape;1354;p4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5" name="Google Shape;1355;p4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6" name="Google Shape;1356;p4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7" name="Google Shape;1357;p4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8" name="Google Shape;1358;p4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9" name="Google Shape;1359;p4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0" name="Google Shape;1360;p4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1" name="Google Shape;1361;p4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2" name="Google Shape;1362;p4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3" name="Google Shape;1363;p4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4" name="Google Shape;1364;p4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5" name="Google Shape;1365;p4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6" name="Google Shape;1366;p4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7" name="Google Shape;1367;p4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8" name="Google Shape;1368;p4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9" name="Google Shape;1369;p4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0" name="Google Shape;1370;p4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1" name="Google Shape;1371;p4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2" name="Google Shape;1372;p4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3" name="Google Shape;1373;p4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4" name="Google Shape;1374;p4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5" name="Google Shape;1375;p4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6" name="Google Shape;1376;p4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7" name="Google Shape;1377;p4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8" name="Google Shape;1378;p4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9" name="Google Shape;1379;p4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0" name="Google Shape;1380;p4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1" name="Google Shape;1381;p4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2" name="Google Shape;1382;p4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3" name="Google Shape;1383;p4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4" name="Google Shape;1384;p4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5" name="Google Shape;1385;p4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6" name="Google Shape;1386;p4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7" name="Google Shape;1387;p4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8" name="Google Shape;1388;p4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9" name="Google Shape;1389;p4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0" name="Google Shape;1390;p4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1" name="Google Shape;1391;p4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2" name="Google Shape;1392;p4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3" name="Google Shape;1393;p4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4" name="Google Shape;1394;p4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5" name="Google Shape;1395;p4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6" name="Google Shape;1396;p4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7" name="Google Shape;1397;p4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8" name="Google Shape;1398;p4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9" name="Google Shape;1399;p4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0" name="Google Shape;1400;p4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1" name="Google Shape;1401;p4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2" name="Google Shape;1402;p4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3" name="Google Shape;1403;p4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4" name="Google Shape;1404;p4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5" name="Google Shape;1405;p4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6" name="Google Shape;1406;p4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7" name="Google Shape;1407;p4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8" name="Google Shape;1408;p4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9" name="Google Shape;1409;p4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0" name="Google Shape;1410;p4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1" name="Google Shape;1411;p4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2" name="Google Shape;1412;p4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3" name="Google Shape;1413;p4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4" name="Google Shape;1414;p4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5" name="Google Shape;1415;p4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6" name="Google Shape;1416;p4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7" name="Google Shape;1417;p4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8" name="Google Shape;1418;p4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9" name="Google Shape;1419;p4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0" name="Google Shape;1420;p4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1" name="Google Shape;1421;p4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2" name="Google Shape;1422;p4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3" name="Google Shape;1423;p4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4" name="Google Shape;1424;p4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5" name="Google Shape;1425;p4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6" name="Google Shape;1426;p4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7" name="Google Shape;1427;p4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8" name="Google Shape;1428;p4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9" name="Google Shape;1429;p4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0" name="Google Shape;1430;p4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1" name="Google Shape;1431;p4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2" name="Google Shape;1432;p4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3" name="Google Shape;1433;p4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4" name="Google Shape;1434;p4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5" name="Google Shape;1435;p4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6" name="Google Shape;1436;p4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7" name="Google Shape;1437;p4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8" name="Google Shape;1438;p4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9" name="Google Shape;1439;p4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0" name="Google Shape;1440;p4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1" name="Google Shape;1441;p4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2" name="Google Shape;1442;p4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3" name="Google Shape;1443;p4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4" name="Google Shape;1444;p4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5" name="Google Shape;1445;p4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6" name="Google Shape;1446;p4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7" name="Google Shape;1447;p4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8" name="Google Shape;1448;p4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9" name="Google Shape;1449;p4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0" name="Google Shape;1450;p4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1" name="Google Shape;1451;p4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2" name="Google Shape;1452;p4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3" name="Google Shape;1453;p4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4" name="Google Shape;1454;p4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5" name="Google Shape;1455;p4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6" name="Google Shape;1456;p4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7" name="Google Shape;1457;p4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458" name="Google Shape;1458;p4"/>
          <p:cNvGrpSpPr/>
          <p:nvPr/>
        </p:nvGrpSpPr>
        <p:grpSpPr>
          <a:xfrm rot="10800000">
            <a:off x="6367295" y="38264"/>
            <a:ext cx="2309820" cy="6781736"/>
            <a:chOff x="1287725" y="238125"/>
            <a:chExt cx="2379050" cy="5238750"/>
          </a:xfrm>
        </p:grpSpPr>
        <p:sp>
          <p:nvSpPr>
            <p:cNvPr id="1459" name="Google Shape;1459;p4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0" name="Google Shape;1460;p4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1" name="Google Shape;1461;p4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2" name="Google Shape;1462;p4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3" name="Google Shape;1463;p4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4" name="Google Shape;1464;p4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5" name="Google Shape;1465;p4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6" name="Google Shape;1466;p4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7" name="Google Shape;1467;p4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8" name="Google Shape;1468;p4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9" name="Google Shape;1469;p4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0" name="Google Shape;1470;p4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1" name="Google Shape;1471;p4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2" name="Google Shape;1472;p4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3" name="Google Shape;1473;p4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4" name="Google Shape;1474;p4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5" name="Google Shape;1475;p4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6" name="Google Shape;1476;p4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7" name="Google Shape;1477;p4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8" name="Google Shape;1478;p4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9" name="Google Shape;1479;p4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0" name="Google Shape;1480;p4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1" name="Google Shape;1481;p4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2" name="Google Shape;1482;p4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3" name="Google Shape;1483;p4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4" name="Google Shape;1484;p4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5" name="Google Shape;1485;p4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6" name="Google Shape;1486;p4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7" name="Google Shape;1487;p4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8" name="Google Shape;1488;p4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9" name="Google Shape;1489;p4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0" name="Google Shape;1490;p4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1" name="Google Shape;1491;p4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2" name="Google Shape;1492;p4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3" name="Google Shape;1493;p4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4" name="Google Shape;1494;p4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5" name="Google Shape;1495;p4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6" name="Google Shape;1496;p4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7" name="Google Shape;1497;p4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8" name="Google Shape;1498;p4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9" name="Google Shape;1499;p4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0" name="Google Shape;1500;p4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1" name="Google Shape;1501;p4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2" name="Google Shape;1502;p4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3" name="Google Shape;1503;p4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4" name="Google Shape;1504;p4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5" name="Google Shape;1505;p4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6" name="Google Shape;1506;p4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7" name="Google Shape;1507;p4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8" name="Google Shape;1508;p4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9" name="Google Shape;1509;p4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0" name="Google Shape;1510;p4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1" name="Google Shape;1511;p4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2" name="Google Shape;1512;p4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3" name="Google Shape;1513;p4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4" name="Google Shape;1514;p4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5" name="Google Shape;1515;p4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6" name="Google Shape;1516;p4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7" name="Google Shape;1517;p4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8" name="Google Shape;1518;p4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9" name="Google Shape;1519;p4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0" name="Google Shape;1520;p4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1" name="Google Shape;1521;p4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2" name="Google Shape;1522;p4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3" name="Google Shape;1523;p4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4" name="Google Shape;1524;p4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5" name="Google Shape;1525;p4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6" name="Google Shape;1526;p4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7" name="Google Shape;1527;p4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8" name="Google Shape;1528;p4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9" name="Google Shape;1529;p4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0" name="Google Shape;1530;p4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1" name="Google Shape;1531;p4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2" name="Google Shape;1532;p4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3" name="Google Shape;1533;p4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4" name="Google Shape;1534;p4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5" name="Google Shape;1535;p4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6" name="Google Shape;1536;p4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7" name="Google Shape;1537;p4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8" name="Google Shape;1538;p4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9" name="Google Shape;1539;p4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0" name="Google Shape;1540;p4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1" name="Google Shape;1541;p4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2" name="Google Shape;1542;p4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3" name="Google Shape;1543;p4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4" name="Google Shape;1544;p4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5" name="Google Shape;1545;p4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6" name="Google Shape;1546;p4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7" name="Google Shape;1547;p4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8" name="Google Shape;1548;p4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9" name="Google Shape;1549;p4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0" name="Google Shape;1550;p4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1" name="Google Shape;1551;p4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2" name="Google Shape;1552;p4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3" name="Google Shape;1553;p4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4" name="Google Shape;1554;p4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5" name="Google Shape;1555;p4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6" name="Google Shape;1556;p4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7" name="Google Shape;1557;p4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8" name="Google Shape;1558;p4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9" name="Google Shape;1559;p4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0" name="Google Shape;1560;p4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1" name="Google Shape;1561;p4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sp>
        <p:nvSpPr>
          <p:cNvPr id="1562" name="Google Shape;1562;p4"/>
          <p:cNvSpPr txBox="1">
            <a:spLocks noGrp="1"/>
          </p:cNvSpPr>
          <p:nvPr>
            <p:ph type="sldNum" idx="12"/>
          </p:nvPr>
        </p:nvSpPr>
        <p:spPr>
          <a:xfrm>
            <a:off x="91531" y="629360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" name="Graphic 2" descr="Dump truck outline">
            <a:extLst>
              <a:ext uri="{FF2B5EF4-FFF2-40B4-BE49-F238E27FC236}">
                <a16:creationId xmlns:a16="http://schemas.microsoft.com/office/drawing/2014/main" id="{D3764959-2E51-CED0-08F0-62E9725392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692094" y="3654603"/>
            <a:ext cx="992300" cy="914400"/>
          </a:xfrm>
          <a:prstGeom prst="rect">
            <a:avLst/>
          </a:prstGeom>
        </p:spPr>
      </p:pic>
      <p:pic>
        <p:nvPicPr>
          <p:cNvPr id="7" name="Graphic 6" descr="Construction Barricade outline">
            <a:extLst>
              <a:ext uri="{FF2B5EF4-FFF2-40B4-BE49-F238E27FC236}">
                <a16:creationId xmlns:a16="http://schemas.microsoft.com/office/drawing/2014/main" id="{29E8A00F-DA13-120F-5835-69C85B7FF1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6709" y="4493400"/>
            <a:ext cx="914400" cy="914400"/>
          </a:xfrm>
          <a:prstGeom prst="rect">
            <a:avLst/>
          </a:prstGeom>
        </p:spPr>
      </p:pic>
      <p:pic>
        <p:nvPicPr>
          <p:cNvPr id="9" name="Graphic 8" descr="Hammer outline">
            <a:extLst>
              <a:ext uri="{FF2B5EF4-FFF2-40B4-BE49-F238E27FC236}">
                <a16:creationId xmlns:a16="http://schemas.microsoft.com/office/drawing/2014/main" id="{10A14B36-2FC4-6D51-DC5F-BE58131CA0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881" y="1857139"/>
            <a:ext cx="914400" cy="914400"/>
          </a:xfrm>
          <a:prstGeom prst="rect">
            <a:avLst/>
          </a:prstGeom>
        </p:spPr>
      </p:pic>
      <p:pic>
        <p:nvPicPr>
          <p:cNvPr id="15" name="Graphic 14" descr="Saw outline">
            <a:extLst>
              <a:ext uri="{FF2B5EF4-FFF2-40B4-BE49-F238E27FC236}">
                <a16:creationId xmlns:a16="http://schemas.microsoft.com/office/drawing/2014/main" id="{207DE6E7-44FF-8262-F161-99EA4B28F9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102374" y="3819936"/>
            <a:ext cx="914400" cy="914400"/>
          </a:xfrm>
          <a:prstGeom prst="rect">
            <a:avLst/>
          </a:prstGeom>
        </p:spPr>
      </p:pic>
      <p:pic>
        <p:nvPicPr>
          <p:cNvPr id="19" name="Graphic 18" descr="Labor outline">
            <a:extLst>
              <a:ext uri="{FF2B5EF4-FFF2-40B4-BE49-F238E27FC236}">
                <a16:creationId xmlns:a16="http://schemas.microsoft.com/office/drawing/2014/main" id="{420543A0-7D41-8BBF-1EBD-2179A45810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9574" y="1730605"/>
            <a:ext cx="914400" cy="9144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656670-8F72-C638-967C-518314EF37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15427" y="1730605"/>
            <a:ext cx="3557587" cy="2024062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674383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5"/>
          <p:cNvSpPr txBox="1">
            <a:spLocks noGrp="1"/>
          </p:cNvSpPr>
          <p:nvPr>
            <p:ph type="title"/>
          </p:nvPr>
        </p:nvSpPr>
        <p:spPr>
          <a:xfrm>
            <a:off x="640231" y="206661"/>
            <a:ext cx="8236800" cy="889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65" name="Google Shape;1565;p5"/>
          <p:cNvSpPr txBox="1">
            <a:spLocks noGrp="1"/>
          </p:cNvSpPr>
          <p:nvPr>
            <p:ph type="body" idx="1"/>
          </p:nvPr>
        </p:nvSpPr>
        <p:spPr>
          <a:xfrm>
            <a:off x="641034" y="1255690"/>
            <a:ext cx="7569248" cy="502971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379413" lvl="0" indent="-379413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Pts val="2400"/>
              <a:buFont typeface="Wingdings" panose="05000000000000000000" pitchFamily="2" charset="2"/>
              <a:buChar char="§"/>
              <a:defRPr/>
            </a:lvl1pPr>
            <a:lvl2pPr marL="914309" lvl="1" indent="-380962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  <a:defRPr sz="2000"/>
            </a:lvl2pPr>
            <a:lvl3pPr marL="1371464" lvl="2" indent="-380962">
              <a:spcBef>
                <a:spcPts val="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ts val="2400"/>
              <a:buChar char="▫"/>
              <a:defRPr sz="1800"/>
            </a:lvl3pPr>
            <a:lvl4pPr marL="1828618" lvl="3" indent="-380962">
              <a:spcBef>
                <a:spcPts val="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Pts val="2400"/>
              <a:buChar char="▫"/>
              <a:defRPr sz="1600"/>
            </a:lvl4pPr>
            <a:lvl5pPr marL="2285774" lvl="4" indent="-380962">
              <a:spcBef>
                <a:spcPts val="0"/>
              </a:spcBef>
              <a:spcAft>
                <a:spcPts val="0"/>
              </a:spcAft>
              <a:buClr>
                <a:schemeClr val="accent1">
                  <a:lumMod val="20000"/>
                  <a:lumOff val="80000"/>
                </a:schemeClr>
              </a:buClr>
              <a:buSzPts val="2400"/>
              <a:buChar char="▫"/>
              <a:defRPr sz="1400"/>
            </a:lvl5pPr>
            <a:lvl6pPr marL="2742926" lvl="5" indent="-380962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marL="3200080" lvl="6" indent="-380962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235" lvl="7" indent="-380962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389" lvl="8" indent="-380962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grpSp>
        <p:nvGrpSpPr>
          <p:cNvPr id="1566" name="Google Shape;1566;p5"/>
          <p:cNvGrpSpPr/>
          <p:nvPr/>
        </p:nvGrpSpPr>
        <p:grpSpPr>
          <a:xfrm rot="10800000">
            <a:off x="8851487" y="38276"/>
            <a:ext cx="264012" cy="6781736"/>
            <a:chOff x="5307800" y="238125"/>
            <a:chExt cx="271925" cy="5238750"/>
          </a:xfrm>
        </p:grpSpPr>
        <p:sp>
          <p:nvSpPr>
            <p:cNvPr id="1567" name="Google Shape;1567;p5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8" name="Google Shape;1568;p5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9" name="Google Shape;1569;p5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0" name="Google Shape;1570;p5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1" name="Google Shape;1571;p5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2" name="Google Shape;1572;p5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3" name="Google Shape;1573;p5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4" name="Google Shape;1574;p5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5" name="Google Shape;1575;p5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6" name="Google Shape;1576;p5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7" name="Google Shape;1577;p5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8" name="Google Shape;1578;p5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9" name="Google Shape;1579;p5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0" name="Google Shape;1580;p5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1" name="Google Shape;1581;p5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2" name="Google Shape;1582;p5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3" name="Google Shape;1583;p5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4" name="Google Shape;1584;p5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5" name="Google Shape;1585;p5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6" name="Google Shape;1586;p5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7" name="Google Shape;1587;p5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8" name="Google Shape;1588;p5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9" name="Google Shape;1589;p5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0" name="Google Shape;1590;p5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1" name="Google Shape;1591;p5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2" name="Google Shape;1592;p5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3" name="Google Shape;1593;p5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4" name="Google Shape;1594;p5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5" name="Google Shape;1595;p5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6" name="Google Shape;1596;p5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7" name="Google Shape;1597;p5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8" name="Google Shape;1598;p5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9" name="Google Shape;1599;p5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0" name="Google Shape;1600;p5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1" name="Google Shape;1601;p5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2" name="Google Shape;1602;p5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3" name="Google Shape;1603;p5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4" name="Google Shape;1604;p5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5" name="Google Shape;1605;p5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6" name="Google Shape;1606;p5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7" name="Google Shape;1607;p5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8" name="Google Shape;1608;p5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9" name="Google Shape;1609;p5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0" name="Google Shape;1610;p5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1" name="Google Shape;1611;p5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2" name="Google Shape;1612;p5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3" name="Google Shape;1613;p5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4" name="Google Shape;1614;p5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5" name="Google Shape;1615;p5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6" name="Google Shape;1616;p5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7" name="Google Shape;1617;p5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8" name="Google Shape;1618;p5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9" name="Google Shape;1619;p5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0" name="Google Shape;1620;p5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1" name="Google Shape;1621;p5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2" name="Google Shape;1622;p5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3" name="Google Shape;1623;p5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624" name="Google Shape;1624;p5"/>
          <p:cNvGrpSpPr/>
          <p:nvPr/>
        </p:nvGrpSpPr>
        <p:grpSpPr>
          <a:xfrm rot="10800000">
            <a:off x="7828579" y="38276"/>
            <a:ext cx="1140783" cy="6781736"/>
            <a:chOff x="5458325" y="238125"/>
            <a:chExt cx="1174975" cy="5238750"/>
          </a:xfrm>
        </p:grpSpPr>
        <p:sp>
          <p:nvSpPr>
            <p:cNvPr id="1625" name="Google Shape;1625;p5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6" name="Google Shape;1626;p5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7" name="Google Shape;1627;p5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8" name="Google Shape;1628;p5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9" name="Google Shape;1629;p5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0" name="Google Shape;1630;p5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1" name="Google Shape;1631;p5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2" name="Google Shape;1632;p5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3" name="Google Shape;1633;p5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4" name="Google Shape;1634;p5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5" name="Google Shape;1635;p5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6" name="Google Shape;1636;p5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7" name="Google Shape;1637;p5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8" name="Google Shape;1638;p5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9" name="Google Shape;1639;p5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0" name="Google Shape;1640;p5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1" name="Google Shape;1641;p5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2" name="Google Shape;1642;p5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3" name="Google Shape;1643;p5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4" name="Google Shape;1644;p5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5" name="Google Shape;1645;p5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6" name="Google Shape;1646;p5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7" name="Google Shape;1647;p5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8" name="Google Shape;1648;p5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9" name="Google Shape;1649;p5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0" name="Google Shape;1650;p5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1" name="Google Shape;1651;p5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2" name="Google Shape;1652;p5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3" name="Google Shape;1653;p5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4" name="Google Shape;1654;p5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5" name="Google Shape;1655;p5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6" name="Google Shape;1656;p5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7" name="Google Shape;1657;p5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8" name="Google Shape;1658;p5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9" name="Google Shape;1659;p5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0" name="Google Shape;1660;p5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1" name="Google Shape;1661;p5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2" name="Google Shape;1662;p5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3" name="Google Shape;1663;p5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4" name="Google Shape;1664;p5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5" name="Google Shape;1665;p5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6" name="Google Shape;1666;p5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7" name="Google Shape;1667;p5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8" name="Google Shape;1668;p5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9" name="Google Shape;1669;p5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0" name="Google Shape;1670;p5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1" name="Google Shape;1671;p5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2" name="Google Shape;1672;p5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3" name="Google Shape;1673;p5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4" name="Google Shape;1674;p5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5" name="Google Shape;1675;p5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6" name="Google Shape;1676;p5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7" name="Google Shape;1677;p5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8" name="Google Shape;1678;p5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9" name="Google Shape;1679;p5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0" name="Google Shape;1680;p5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1" name="Google Shape;1681;p5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2" name="Google Shape;1682;p5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3" name="Google Shape;1683;p5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4" name="Google Shape;1684;p5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5" name="Google Shape;1685;p5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6" name="Google Shape;1686;p5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687" name="Google Shape;1687;p5"/>
          <p:cNvGrpSpPr/>
          <p:nvPr/>
        </p:nvGrpSpPr>
        <p:grpSpPr>
          <a:xfrm rot="10800000">
            <a:off x="7682459" y="38276"/>
            <a:ext cx="994639" cy="6586909"/>
            <a:chOff x="5759350" y="388625"/>
            <a:chExt cx="1024450" cy="5088250"/>
          </a:xfrm>
        </p:grpSpPr>
        <p:sp>
          <p:nvSpPr>
            <p:cNvPr id="1688" name="Google Shape;1688;p5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9" name="Google Shape;1689;p5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0" name="Google Shape;1690;p5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1" name="Google Shape;1691;p5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2" name="Google Shape;1692;p5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3" name="Google Shape;1693;p5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4" name="Google Shape;1694;p5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5" name="Google Shape;1695;p5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6" name="Google Shape;1696;p5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7" name="Google Shape;1697;p5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8" name="Google Shape;1698;p5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9" name="Google Shape;1699;p5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0" name="Google Shape;1700;p5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1" name="Google Shape;1701;p5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2" name="Google Shape;1702;p5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3" name="Google Shape;1703;p5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4" name="Google Shape;1704;p5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5" name="Google Shape;1705;p5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6" name="Google Shape;1706;p5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7" name="Google Shape;1707;p5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8" name="Google Shape;1708;p5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9" name="Google Shape;1709;p5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0" name="Google Shape;1710;p5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1" name="Google Shape;1711;p5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2" name="Google Shape;1712;p5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3" name="Google Shape;1713;p5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4" name="Google Shape;1714;p5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5" name="Google Shape;1715;p5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6" name="Google Shape;1716;p5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7" name="Google Shape;1717;p5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8" name="Google Shape;1718;p5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9" name="Google Shape;1719;p5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0" name="Google Shape;1720;p5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1" name="Google Shape;1721;p5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2" name="Google Shape;1722;p5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3" name="Google Shape;1723;p5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4" name="Google Shape;1724;p5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5" name="Google Shape;1725;p5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6" name="Google Shape;1726;p5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7" name="Google Shape;1727;p5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8" name="Google Shape;1728;p5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9" name="Google Shape;1729;p5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0" name="Google Shape;1730;p5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1" name="Google Shape;1731;p5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2" name="Google Shape;1732;p5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3" name="Google Shape;1733;p5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4" name="Google Shape;1734;p5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5" name="Google Shape;1735;p5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6" name="Google Shape;1736;p5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7" name="Google Shape;1737;p5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8" name="Google Shape;1738;p5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9" name="Google Shape;1739;p5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0" name="Google Shape;1740;p5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1" name="Google Shape;1741;p5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2" name="Google Shape;1742;p5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3" name="Google Shape;1743;p5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4" name="Google Shape;1744;p5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5" name="Google Shape;1745;p5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6" name="Google Shape;1746;p5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7" name="Google Shape;1747;p5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8" name="Google Shape;1748;p5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9" name="Google Shape;1749;p5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0" name="Google Shape;1750;p5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1" name="Google Shape;1751;p5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2" name="Google Shape;1752;p5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3" name="Google Shape;1753;p5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4" name="Google Shape;1754;p5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5" name="Google Shape;1755;p5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6" name="Google Shape;1756;p5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7" name="Google Shape;1757;p5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8" name="Google Shape;1758;p5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9" name="Google Shape;1759;p5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0" name="Google Shape;1760;p5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1" name="Google Shape;1761;p5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2" name="Google Shape;1762;p5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3" name="Google Shape;1763;p5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4" name="Google Shape;1764;p5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5" name="Google Shape;1765;p5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6" name="Google Shape;1766;p5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7" name="Google Shape;1767;p5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8" name="Google Shape;1768;p5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9" name="Google Shape;1769;p5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0" name="Google Shape;1770;p5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1" name="Google Shape;1771;p5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2" name="Google Shape;1772;p5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3" name="Google Shape;1773;p5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4" name="Google Shape;1774;p5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5" name="Google Shape;1775;p5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6" name="Google Shape;1776;p5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7" name="Google Shape;1777;p5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8" name="Google Shape;1778;p5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9" name="Google Shape;1779;p5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0" name="Google Shape;1780;p5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1" name="Google Shape;1781;p5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2" name="Google Shape;1782;p5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3" name="Google Shape;1783;p5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4" name="Google Shape;1784;p5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5" name="Google Shape;1785;p5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6" name="Google Shape;1786;p5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7" name="Google Shape;1787;p5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8" name="Google Shape;1788;p5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789" name="Google Shape;1789;p5"/>
          <p:cNvGrpSpPr/>
          <p:nvPr/>
        </p:nvGrpSpPr>
        <p:grpSpPr>
          <a:xfrm rot="10800000">
            <a:off x="7682459" y="38276"/>
            <a:ext cx="1140783" cy="6781736"/>
            <a:chOff x="5608825" y="238125"/>
            <a:chExt cx="1174975" cy="5238750"/>
          </a:xfrm>
        </p:grpSpPr>
        <p:sp>
          <p:nvSpPr>
            <p:cNvPr id="1790" name="Google Shape;1790;p5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1" name="Google Shape;1791;p5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2" name="Google Shape;1792;p5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3" name="Google Shape;1793;p5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4" name="Google Shape;1794;p5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5" name="Google Shape;1795;p5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6" name="Google Shape;1796;p5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7" name="Google Shape;1797;p5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8" name="Google Shape;1798;p5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9" name="Google Shape;1799;p5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0" name="Google Shape;1800;p5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1" name="Google Shape;1801;p5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2" name="Google Shape;1802;p5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3" name="Google Shape;1803;p5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4" name="Google Shape;1804;p5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5" name="Google Shape;1805;p5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6" name="Google Shape;1806;p5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7" name="Google Shape;1807;p5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8" name="Google Shape;1808;p5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9" name="Google Shape;1809;p5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0" name="Google Shape;1810;p5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1" name="Google Shape;1811;p5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2" name="Google Shape;1812;p5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3" name="Google Shape;1813;p5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4" name="Google Shape;1814;p5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5" name="Google Shape;1815;p5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6" name="Google Shape;1816;p5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7" name="Google Shape;1817;p5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8" name="Google Shape;1818;p5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9" name="Google Shape;1819;p5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0" name="Google Shape;1820;p5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1" name="Google Shape;1821;p5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2" name="Google Shape;1822;p5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3" name="Google Shape;1823;p5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4" name="Google Shape;1824;p5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5" name="Google Shape;1825;p5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6" name="Google Shape;1826;p5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7" name="Google Shape;1827;p5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8" name="Google Shape;1828;p5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9" name="Google Shape;1829;p5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0" name="Google Shape;1830;p5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1" name="Google Shape;1831;p5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2" name="Google Shape;1832;p5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3" name="Google Shape;1833;p5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4" name="Google Shape;1834;p5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5" name="Google Shape;1835;p5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6" name="Google Shape;1836;p5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7" name="Google Shape;1837;p5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8" name="Google Shape;1838;p5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9" name="Google Shape;1839;p5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sp>
        <p:nvSpPr>
          <p:cNvPr id="1840" name="Google Shape;1840;p5"/>
          <p:cNvSpPr txBox="1">
            <a:spLocks noGrp="1"/>
          </p:cNvSpPr>
          <p:nvPr>
            <p:ph type="sldNum" idx="12"/>
          </p:nvPr>
        </p:nvSpPr>
        <p:spPr>
          <a:xfrm>
            <a:off x="91531" y="629360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44210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8303" y="493950"/>
            <a:ext cx="6761100" cy="80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8303" y="1442000"/>
            <a:ext cx="6761100" cy="39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▪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●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○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■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C0F8B3-2E6A-D4D4-FC10-5A5EA54AE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044" y="6376663"/>
            <a:ext cx="4434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0">
                <a:solidFill>
                  <a:schemeClr val="accent4">
                    <a:lumMod val="75000"/>
                  </a:schemeClr>
                </a:solidFill>
                <a:latin typeface="Titillium Web Light" panose="00000400000000000000" pitchFamily="2" charset="0"/>
              </a:defRPr>
            </a:lvl1pPr>
          </a:lstStyle>
          <a:p>
            <a:fld id="{FB9E9910-1E0C-4E4F-BB94-97A99C37B229}" type="slidenum">
              <a:rPr lang="en-IL" smtClean="0"/>
              <a:pPr/>
              <a:t>‹#›</a:t>
            </a:fld>
            <a:endParaRPr lang="en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62697E-5E58-1E44-DC7D-DF0A84A0EEBD}"/>
              </a:ext>
            </a:extLst>
          </p:cNvPr>
          <p:cNvSpPr txBox="1"/>
          <p:nvPr userDrawn="1"/>
        </p:nvSpPr>
        <p:spPr>
          <a:xfrm>
            <a:off x="1856312" y="6447962"/>
            <a:ext cx="445985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tillium Web ExtraLight" panose="020F0502020204030204" pitchFamily="2" charset="0"/>
              </a:rPr>
              <a:t>Copyright © 2026 Michael Stahl / Shmuel Gershon. All rights reserved. </a:t>
            </a:r>
            <a:endParaRPr lang="en-IL" sz="1050" dirty="0">
              <a:latin typeface="Titillium Web ExtraLight" panose="020F0502020204030204" pitchFamily="2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6" r:id="rId4"/>
    <p:sldLayoutId id="2147483667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A1DF7A-FF29-ED4F-6310-8C45015DD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0303" y="323458"/>
            <a:ext cx="5041556" cy="914400"/>
          </a:xfrm>
        </p:spPr>
        <p:txBody>
          <a:bodyPr/>
          <a:lstStyle/>
          <a:p>
            <a:pPr marL="455613" indent="6350"/>
            <a:r>
              <a:rPr lang="en-US" sz="6000" b="1" i="0" dirty="0"/>
              <a:t>Class activity</a:t>
            </a:r>
          </a:p>
          <a:p>
            <a:pPr marL="455613" indent="6350"/>
            <a:endParaRPr lang="en-US" sz="6000" b="1" dirty="0"/>
          </a:p>
          <a:p>
            <a:pPr marL="455613" indent="6350"/>
            <a:r>
              <a:rPr lang="en-US" sz="4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    </a:t>
            </a:r>
            <a:r>
              <a:rPr lang="en-US" sz="4400" b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t</a:t>
            </a:r>
            <a:r>
              <a:rPr lang="en-US" sz="4400" b="1" i="0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race_it</a:t>
            </a:r>
            <a:endParaRPr lang="en-US" sz="5400" b="1" i="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7BFDA5-C1B5-A653-20BB-5D9A2968F9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82798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BD9A4-D524-A43F-BF7E-85336BC27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281D9-A81A-6B3D-3F47-A7C2EE1AE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34952-CBC6-B6F8-5CF1-7DA3110C6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034" y="1255689"/>
            <a:ext cx="7306683" cy="3831949"/>
          </a:xfrm>
        </p:spPr>
        <p:txBody>
          <a:bodyPr/>
          <a:lstStyle/>
          <a:p>
            <a:pPr lvl="0"/>
            <a:r>
              <a:rPr lang="en-US" dirty="0"/>
              <a:t>Get </a:t>
            </a:r>
            <a:r>
              <a:rPr lang="en-US" b="1" dirty="0"/>
              <a:t>06 Class activity.zip</a:t>
            </a:r>
            <a:r>
              <a:rPr lang="en-US" dirty="0"/>
              <a:t> from Moodle</a:t>
            </a:r>
          </a:p>
          <a:p>
            <a:pPr lvl="0"/>
            <a:r>
              <a:rPr lang="en-US" dirty="0"/>
              <a:t>Extract to a folder</a:t>
            </a:r>
            <a:endParaRPr lang="en-US" b="1" dirty="0"/>
          </a:p>
          <a:p>
            <a:pPr lvl="0"/>
            <a:r>
              <a:rPr lang="en-US" dirty="0"/>
              <a:t>Run trace_it.exe</a:t>
            </a:r>
          </a:p>
          <a:p>
            <a:pPr lvl="1"/>
            <a:r>
              <a:rPr lang="en-US" dirty="0"/>
              <a:t>Use commands to move between states</a:t>
            </a:r>
            <a:endParaRPr lang="en-IL" dirty="0"/>
          </a:p>
          <a:p>
            <a:pPr lvl="0"/>
            <a:r>
              <a:rPr lang="en-US" dirty="0"/>
              <a:t>Describe the behavior of trace_it.exe</a:t>
            </a:r>
          </a:p>
          <a:p>
            <a:pPr lvl="1"/>
            <a:r>
              <a:rPr lang="en-US" dirty="0"/>
              <a:t>Select any way you think is most easy to follow and understand</a:t>
            </a:r>
          </a:p>
          <a:p>
            <a:pPr lvl="1"/>
            <a:r>
              <a:rPr lang="en-US" dirty="0"/>
              <a:t>Use any format you think is best</a:t>
            </a:r>
            <a:endParaRPr lang="en-IL" dirty="0"/>
          </a:p>
          <a:p>
            <a:pPr lvl="0"/>
            <a:r>
              <a:rPr lang="en-US" dirty="0"/>
              <a:t>Load your work to Moodle</a:t>
            </a:r>
            <a:endParaRPr lang="en-IL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sz="4400" dirty="0"/>
              <a:t>30 minutes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1AC06-0673-1293-AC6C-5D6613ED08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86423161"/>
      </p:ext>
    </p:extLst>
  </p:cSld>
  <p:clrMapOvr>
    <a:masterClrMapping/>
  </p:clrMapOvr>
</p:sld>
</file>

<file path=ppt/theme/theme1.xml><?xml version="1.0" encoding="utf-8"?>
<a:theme xmlns:a="http://schemas.openxmlformats.org/drawingml/2006/main" name="Mowbray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AA08F610-A8DE-48EE-AF9F-85797E90A7E6}" vid="{0ADC40FC-5C20-46E2-A963-C915CABD987E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Mowbray 4-3 SlidesCarnival for HUJI</Template>
  <TotalTime>1613</TotalTime>
  <Words>69</Words>
  <Application>Microsoft Office PowerPoint</Application>
  <PresentationFormat>On-screen Show (4:3)</PresentationFormat>
  <Paragraphs>16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Titillium Web Light</vt:lpstr>
      <vt:lpstr>Wingdings</vt:lpstr>
      <vt:lpstr>Dosis Light</vt:lpstr>
      <vt:lpstr>Arial</vt:lpstr>
      <vt:lpstr>Titillium Web ExtraLight</vt:lpstr>
      <vt:lpstr>Mowbray template</vt:lpstr>
      <vt:lpstr>PowerPoint Presentation</vt:lpstr>
      <vt:lpstr>Class activity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Stahl</dc:creator>
  <cp:lastModifiedBy>Michael Stahl</cp:lastModifiedBy>
  <cp:revision>3</cp:revision>
  <dcterms:created xsi:type="dcterms:W3CDTF">2024-12-22T09:09:46Z</dcterms:created>
  <dcterms:modified xsi:type="dcterms:W3CDTF">2026-08-10T12:46:02Z</dcterms:modified>
</cp:coreProperties>
</file>