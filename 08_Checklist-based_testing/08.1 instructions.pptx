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9"/>
  </p:notesMasterIdLst>
  <p:sldIdLst>
    <p:sldId id="260" r:id="rId2"/>
    <p:sldId id="1052" r:id="rId3"/>
    <p:sldId id="1051" r:id="rId4"/>
    <p:sldId id="1050" r:id="rId5"/>
    <p:sldId id="1049" r:id="rId6"/>
    <p:sldId id="1023" r:id="rId7"/>
    <p:sldId id="1048" r:id="rId8"/>
    <p:sldId id="1030" r:id="rId9"/>
    <p:sldId id="721" r:id="rId10"/>
    <p:sldId id="671" r:id="rId11"/>
    <p:sldId id="591" r:id="rId12"/>
    <p:sldId id="689" r:id="rId13"/>
    <p:sldId id="743" r:id="rId14"/>
    <p:sldId id="691" r:id="rId15"/>
    <p:sldId id="1032" r:id="rId16"/>
    <p:sldId id="1033" r:id="rId17"/>
    <p:sldId id="1034" r:id="rId18"/>
    <p:sldId id="1036" r:id="rId19"/>
    <p:sldId id="1035" r:id="rId20"/>
    <p:sldId id="1031" r:id="rId21"/>
    <p:sldId id="690" r:id="rId22"/>
    <p:sldId id="1038" r:id="rId23"/>
    <p:sldId id="1039" r:id="rId24"/>
    <p:sldId id="676" r:id="rId25"/>
    <p:sldId id="1040" r:id="rId26"/>
    <p:sldId id="1041" r:id="rId27"/>
    <p:sldId id="1042" r:id="rId28"/>
    <p:sldId id="1043" r:id="rId29"/>
    <p:sldId id="1044" r:id="rId30"/>
    <p:sldId id="738" r:id="rId31"/>
    <p:sldId id="507" r:id="rId32"/>
    <p:sldId id="532" r:id="rId33"/>
    <p:sldId id="537" r:id="rId34"/>
    <p:sldId id="540" r:id="rId35"/>
    <p:sldId id="541" r:id="rId36"/>
    <p:sldId id="592" r:id="rId37"/>
    <p:sldId id="593" r:id="rId38"/>
    <p:sldId id="594" r:id="rId39"/>
    <p:sldId id="595" r:id="rId40"/>
    <p:sldId id="547" r:id="rId41"/>
    <p:sldId id="603" r:id="rId42"/>
    <p:sldId id="614" r:id="rId43"/>
    <p:sldId id="1045" r:id="rId44"/>
    <p:sldId id="1046" r:id="rId45"/>
    <p:sldId id="705" r:id="rId46"/>
    <p:sldId id="573" r:id="rId47"/>
    <p:sldId id="726" r:id="rId48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Dosis Light" pitchFamily="2" charset="0"/>
      <p:regular r:id="rId54"/>
      <p:bold r:id="rId55"/>
    </p:embeddedFont>
    <p:embeddedFont>
      <p:font typeface="Titillium Web ExtraLight" panose="00000300000000000000" pitchFamily="2" charset="0"/>
      <p:regular r:id="rId56"/>
      <p:italic r:id="rId57"/>
    </p:embeddedFont>
    <p:embeddedFont>
      <p:font typeface="Titillium Web Light" panose="00000400000000000000" pitchFamily="2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Recap (5 min)" id="{006E690B-32FB-42CE-BB65-A3A7D98294D7}">
          <p14:sldIdLst/>
        </p14:section>
        <p14:section name="DT class activity - part 1 (30 min)" id="{C073B089-482F-4940-A999-1C04901BC72B}">
          <p14:sldIdLst>
            <p14:sldId id="260"/>
            <p14:sldId id="1052"/>
            <p14:sldId id="1051"/>
            <p14:sldId id="1050"/>
            <p14:sldId id="1049"/>
            <p14:sldId id="1023"/>
            <p14:sldId id="1048"/>
            <p14:sldId id="1030"/>
          </p14:sldIdLst>
        </p14:section>
        <p14:section name="Decision Table (20 min)" id="{3EF97071-FDCE-47A2-914E-26B575547EFE}">
          <p14:sldIdLst>
            <p14:sldId id="721"/>
            <p14:sldId id="671"/>
            <p14:sldId id="591"/>
            <p14:sldId id="689"/>
            <p14:sldId id="743"/>
            <p14:sldId id="691"/>
            <p14:sldId id="1032"/>
            <p14:sldId id="1033"/>
            <p14:sldId id="1034"/>
            <p14:sldId id="1036"/>
            <p14:sldId id="1035"/>
            <p14:sldId id="1031"/>
            <p14:sldId id="690"/>
            <p14:sldId id="1038"/>
            <p14:sldId id="1039"/>
            <p14:sldId id="676"/>
          </p14:sldIdLst>
        </p14:section>
        <p14:section name="DT class activity - part 2 (30 min)" id="{63C18931-1817-4DAC-9E06-ADEFA3AD5165}">
          <p14:sldIdLst>
            <p14:sldId id="1040"/>
            <p14:sldId id="1041"/>
          </p14:sldIdLst>
        </p14:section>
        <p14:section name="ST class activity - part 1 (30 min)" id="{580C9B07-5D62-46F4-95A5-AE46E497BB1B}">
          <p14:sldIdLst>
            <p14:sldId id="1042"/>
            <p14:sldId id="1043"/>
            <p14:sldId id="1044"/>
          </p14:sldIdLst>
        </p14:section>
        <p14:section name="State Transitions (15 min)" id="{E889A503-28BA-4BDB-BB26-8590D67E9E91}">
          <p14:sldIdLst>
            <p14:sldId id="738"/>
            <p14:sldId id="507"/>
            <p14:sldId id="532"/>
            <p14:sldId id="537"/>
            <p14:sldId id="540"/>
            <p14:sldId id="541"/>
            <p14:sldId id="592"/>
            <p14:sldId id="593"/>
            <p14:sldId id="594"/>
            <p14:sldId id="595"/>
            <p14:sldId id="547"/>
            <p14:sldId id="603"/>
            <p14:sldId id="614"/>
          </p14:sldIdLst>
        </p14:section>
        <p14:section name="ST class activity - part 2 (20 min)" id="{C3E6F7FF-1CE5-433D-833E-DBFE4E0827E4}">
          <p14:sldIdLst>
            <p14:sldId id="1045"/>
            <p14:sldId id="1046"/>
          </p14:sldIdLst>
        </p14:section>
        <p14:section name="Choosing Test Technique" id="{399BCAE1-F58E-401C-A8B1-8406D5F6520D}">
          <p14:sldIdLst/>
        </p14:section>
        <p14:section name="Summary" id="{2614ABC8-A9EF-4933-936F-824A2D3BEAC7}">
          <p14:sldIdLst>
            <p14:sldId id="705"/>
            <p14:sldId id="573"/>
            <p14:sldId id="726"/>
          </p14:sldIdLst>
        </p14:section>
        <p14:section name="Template slides" id="{8814AD9E-299C-4ECA-A060-71EECC7CA7D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65C018-401D-4E79-BA3F-DD4AE9F38AE6}">
  <a:tblStyle styleId="{6B65C018-401D-4E79-BA3F-DD4AE9F3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83166" autoAdjust="0"/>
  </p:normalViewPr>
  <p:slideViewPr>
    <p:cSldViewPr snapToGrid="0">
      <p:cViewPr varScale="1">
        <p:scale>
          <a:sx n="95" d="100"/>
          <a:sy n="95" d="100"/>
        </p:scale>
        <p:origin x="22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9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4AA6-7DFA-EC41-88D5-BBF0771D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46205-51E6-2581-B584-939EC59FF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932E3-2E2C-65BE-2FC2-1CB952640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Stop after ~10 minutes to discuss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501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0D12-D6FA-5EA7-744D-A4C4FB0A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0FDBF-3372-5CF3-AB5F-DCE5960E1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04925-D3D2-66BF-1985-0E8622951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Stop after ~10 minutes to discuss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7642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E8EB-A0A6-98B7-F6CD-7D4AD1AC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6657F-1A88-B4F2-9E94-B2122B442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8E356-80BA-585D-68D0-611B9ECE2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Stop after ~10 minutes to discuss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5325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>
          <a:extLst>
            <a:ext uri="{FF2B5EF4-FFF2-40B4-BE49-F238E27FC236}">
              <a16:creationId xmlns:a16="http://schemas.microsoft.com/office/drawing/2014/main" id="{E3B41D3E-AA54-5EFB-A66E-F4345A49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>
            <a:extLst>
              <a:ext uri="{FF2B5EF4-FFF2-40B4-BE49-F238E27FC236}">
                <a16:creationId xmlns:a16="http://schemas.microsoft.com/office/drawing/2014/main" id="{62871DCC-23AD-0DF4-80CE-29D254A22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>
            <a:extLst>
              <a:ext uri="{FF2B5EF4-FFF2-40B4-BE49-F238E27FC236}">
                <a16:creationId xmlns:a16="http://schemas.microsoft.com/office/drawing/2014/main" id="{2153BAA6-4679-D7F2-6A7B-E6E8E9575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1737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Stop after ~10 minutes to discuss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18104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9D3E-7EC9-07BF-3C9F-A004799F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67E4F-4CF8-4F10-F24A-CEB2CD5C6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2AFBD-8477-2B10-9B65-EF4028CF3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Stop after ~10 minutes to discuss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06124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A8E8-7520-FE13-E008-679B18A0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12027-FB65-56E4-041B-11E8339FF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530A4-F616-B584-0547-9EB2365C3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10904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085069-9DDE-4F71-843A-BA29AD071D6E}" type="slidenum">
              <a:rPr lang="ar-SA" smtClean="0">
                <a:solidFill>
                  <a:srgbClr val="000000"/>
                </a:solidFill>
              </a:rPr>
              <a:pPr/>
              <a:t>11</a:t>
            </a:fld>
            <a:r>
              <a:rPr lang="en-US">
                <a:solidFill>
                  <a:srgbClr val="000000"/>
                </a:solidFill>
              </a:rPr>
              <a:t>##</a:t>
            </a: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17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87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63E1-DCD6-41AB-7DCE-3D10F54D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CAFD1-F45D-669E-F256-CFA72D85F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9AF9B-5A20-D430-C2C4-B62CF7C04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8EDE-8D54-3A51-DFAB-552EEA6AB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1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710AD-4AD3-AFF9-68DE-2AD67857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BCDF4-37DB-7CE5-EE96-E94E33EB9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C0411-E7D6-D25A-3C90-A63B1DDF6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6E738-1304-7DFA-31B2-920C7F970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74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FB8A-1211-C478-D76A-FB146BBF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24497-7D26-7C92-DCA6-31CDE696B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362A8-DB73-996C-901A-4C23692D1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F607-9EA0-97B0-7C60-BCD29F13A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85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BBA1-2353-E163-A710-98E80514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90E07-4B89-8216-E732-0DF03A423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6ADD3-9F26-FFCF-5E7E-DDE2F3BEF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0DCFF-020B-F4C7-B80A-3DA65DB9A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09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FB06-3CE3-3BE4-29D0-4CC09F44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2001D-A524-5925-27D1-8F378D906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B29C7-7047-0D06-EBF8-7B3CCF8E3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B5332-41A8-B49B-1105-EAC7533BA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472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5609D-23E5-2FF0-608D-51F2EC51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ED9BB-4838-9F30-358B-7C2F542FE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0E52E-B13A-B01F-3AB6-1FBB89153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0F63A-5FF6-68AB-4664-8957B1B0E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77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5643-7323-B02D-2079-0257841E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23A68-7E58-F152-10A8-227325BA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4EFB0-3154-F75D-374C-7552B48C3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Redundancies:</a:t>
            </a:r>
          </a:p>
          <a:p>
            <a:r>
              <a:rPr lang="en-US" dirty="0"/>
              <a:t>T2/T3: when both ABS and ESP = Y  (1 test)</a:t>
            </a:r>
          </a:p>
          <a:p>
            <a:r>
              <a:rPr lang="en-US" dirty="0"/>
              <a:t>T7/T8: same as T2/T3 (1 test)</a:t>
            </a:r>
          </a:p>
          <a:p>
            <a:r>
              <a:rPr lang="en-US" dirty="0"/>
              <a:t>T5/T6 when ABS, ESP = N and FCW = Y  (1 test)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0FB53-E23E-E98C-58A1-81E83DCCA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41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54D3D-E759-115B-89A5-D2A4D1E8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8B949-A27F-4C2C-67A7-1DB96EFE9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2CD68-093F-7B05-5773-E8EB0B247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8B080-FABA-0662-7244-ECA19BB4C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F52DCE-BBBB-4E9C-A3C1-434D7C8503E6}" type="slidenum">
              <a:rPr lang="he-IL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16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085069-9DDE-4F71-843A-BA29AD071D6E}" type="slidenum">
              <a:rPr lang="ar-SA" smtClean="0">
                <a:solidFill>
                  <a:srgbClr val="000000"/>
                </a:solidFill>
              </a:rPr>
              <a:pPr/>
              <a:t>24</a:t>
            </a:fld>
            <a:r>
              <a:rPr lang="en-US">
                <a:solidFill>
                  <a:srgbClr val="000000"/>
                </a:solidFill>
              </a:rPr>
              <a:t>##</a:t>
            </a: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80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>
          <a:extLst>
            <a:ext uri="{FF2B5EF4-FFF2-40B4-BE49-F238E27FC236}">
              <a16:creationId xmlns:a16="http://schemas.microsoft.com/office/drawing/2014/main" id="{16C7F1BA-7262-9BD5-2F7E-AB7EE066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>
            <a:extLst>
              <a:ext uri="{FF2B5EF4-FFF2-40B4-BE49-F238E27FC236}">
                <a16:creationId xmlns:a16="http://schemas.microsoft.com/office/drawing/2014/main" id="{75BE5BD7-C51B-F11F-DD4F-9AF41D6E15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>
            <a:extLst>
              <a:ext uri="{FF2B5EF4-FFF2-40B4-BE49-F238E27FC236}">
                <a16:creationId xmlns:a16="http://schemas.microsoft.com/office/drawing/2014/main" id="{998AB216-ED54-C8BC-B7E0-3EE072DCD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9807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7F05-2171-AEC0-FA08-58193742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A4142-CACC-D738-60A2-4D2EF9067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8DC26-05F5-6D1E-AE57-931CD14D8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To monitor progress, run  </a:t>
            </a:r>
            <a:r>
              <a:rPr lang="en-US" b="1" dirty="0"/>
              <a:t>02-01-040_API comments monitor.bat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Full path: </a:t>
            </a:r>
          </a:p>
          <a:p>
            <a:pPr marL="139700" indent="0">
              <a:buNone/>
            </a:pPr>
            <a:r>
              <a:rPr lang="en-US" dirty="0"/>
              <a:t>"D:\OneDrive - ITCB\Documents\Training\SW Testing\Azrieli\2027\Lesson 02 - Reviews, Static testing and Static analysis\01 Class activity\02-01 API review\02-01-040_API comments monitor.bat"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919231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>
          <a:extLst>
            <a:ext uri="{FF2B5EF4-FFF2-40B4-BE49-F238E27FC236}">
              <a16:creationId xmlns:a16="http://schemas.microsoft.com/office/drawing/2014/main" id="{119AD5B1-AB60-B953-6E92-9714D911A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>
            <a:extLst>
              <a:ext uri="{FF2B5EF4-FFF2-40B4-BE49-F238E27FC236}">
                <a16:creationId xmlns:a16="http://schemas.microsoft.com/office/drawing/2014/main" id="{0F0EED8E-3AE3-2746-CEC3-480892524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>
            <a:extLst>
              <a:ext uri="{FF2B5EF4-FFF2-40B4-BE49-F238E27FC236}">
                <a16:creationId xmlns:a16="http://schemas.microsoft.com/office/drawing/2014/main" id="{0F89B0A2-4E6D-D146-6BD5-7421FC537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893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63DA-C776-C568-50BB-136293B05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9F7DA-CB3B-E440-F560-00F71C959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A3EEC-F3B8-D9F3-EAFC-89D2BF9B7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To monitor progress, run  </a:t>
            </a:r>
            <a:r>
              <a:rPr lang="en-US" b="1" dirty="0"/>
              <a:t>02-01-040_API comments monitor.bat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Full path: </a:t>
            </a:r>
          </a:p>
          <a:p>
            <a:pPr marL="139700" indent="0">
              <a:buNone/>
            </a:pPr>
            <a:r>
              <a:rPr lang="en-US" dirty="0"/>
              <a:t>"D:\OneDrive - ITCB\Documents\Training\SW Testing\Azrieli\2027\Lesson 02 - Reviews, Static testing and Static analysis\01 Class activity\02-01 API review\02-01-040_API comments monitor.bat"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139118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574A-0E54-D8E5-24B0-D06E2C990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FDCDF-7710-4466-F22D-ECDC603EF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3F146-3F9D-0009-E8B2-9D1C563E8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a student in a software testing course. I am tasked with performing review of requirements for APIs. The definitions are based on the OpenAI standard and displayed via the Swagger UI. </a:t>
            </a:r>
          </a:p>
          <a:p>
            <a:r>
              <a:rPr lang="en-US" dirty="0"/>
              <a:t>a.     What to look for when doing a review?</a:t>
            </a:r>
          </a:p>
          <a:p>
            <a:r>
              <a:rPr lang="en-US" dirty="0"/>
              <a:t>b.    What categories of mistakes can reviews find? </a:t>
            </a:r>
          </a:p>
          <a:p>
            <a:endParaRPr lang="en-US" dirty="0"/>
          </a:p>
          <a:p>
            <a:r>
              <a:rPr lang="en-US" dirty="0"/>
              <a:t>I have 10 minutes to learn this, so keep your answer to (a) concise and for (b) give me a list of categories (one word category), with a short (1-2 sentences) explanation of the category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261637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085069-9DDE-4F71-843A-BA29AD071D6E}" type="slidenum">
              <a:rPr lang="ar-SA" smtClean="0">
                <a:solidFill>
                  <a:srgbClr val="000000"/>
                </a:solidFill>
              </a:rPr>
              <a:pPr/>
              <a:t>31</a:t>
            </a:fld>
            <a:r>
              <a:rPr lang="en-US">
                <a:solidFill>
                  <a:srgbClr val="000000"/>
                </a:solidFill>
              </a:rPr>
              <a:t>##</a:t>
            </a: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92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085069-9DDE-4F71-843A-BA29AD071D6E}" type="slidenum">
              <a:rPr lang="ar-SA" smtClean="0">
                <a:solidFill>
                  <a:srgbClr val="000000"/>
                </a:solidFill>
              </a:rPr>
              <a:pPr/>
              <a:t>32</a:t>
            </a:fld>
            <a:r>
              <a:rPr lang="en-US">
                <a:solidFill>
                  <a:srgbClr val="000000"/>
                </a:solidFill>
              </a:rPr>
              <a:t>##</a:t>
            </a: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58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085069-9DDE-4F71-843A-BA29AD071D6E}" type="slidenum">
              <a:rPr lang="ar-SA" smtClean="0">
                <a:solidFill>
                  <a:srgbClr val="000000"/>
                </a:solidFill>
              </a:rPr>
              <a:pPr/>
              <a:t>33</a:t>
            </a:fld>
            <a:r>
              <a:rPr lang="en-US">
                <a:solidFill>
                  <a:srgbClr val="000000"/>
                </a:solidFill>
              </a:rPr>
              <a:t>##</a:t>
            </a: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56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lists all possible state-transition combinations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904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lists all possible state-transition combinations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495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lists all possible state-transition combinations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2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[A]^2”:</a:t>
            </a:r>
          </a:p>
          <a:p>
            <a:endParaRPr lang="en-GB">
              <a:latin typeface="Times New Roman" pitchFamily="18" charset="0"/>
              <a:cs typeface="Times New Roman" pitchFamily="18" charset="0"/>
            </a:endParaRPr>
          </a:p>
          <a:p>
            <a:r>
              <a:rPr lang="es-ES"/>
              <a:t>  	R	Y2G	G	Y2R	</a:t>
            </a:r>
            <a:r>
              <a:rPr lang="es-ES" err="1"/>
              <a:t>YOnOff</a:t>
            </a:r>
            <a:endParaRPr lang="es-ES"/>
          </a:p>
          <a:p>
            <a:r>
              <a:rPr lang="es-ES"/>
              <a:t>R	4	0	1	0	6</a:t>
            </a:r>
          </a:p>
          <a:p>
            <a:r>
              <a:rPr lang="es-ES"/>
              <a:t>Y2G	4	0	0	1	6</a:t>
            </a:r>
          </a:p>
          <a:p>
            <a:r>
              <a:rPr lang="es-ES"/>
              <a:t>G	5	0	0	0	6</a:t>
            </a:r>
          </a:p>
          <a:p>
            <a:r>
              <a:rPr lang="es-ES"/>
              <a:t>Y2R	4	1	0	0	6</a:t>
            </a:r>
          </a:p>
          <a:p>
            <a:r>
              <a:rPr lang="es-ES" err="1"/>
              <a:t>YOnOff</a:t>
            </a:r>
            <a:r>
              <a:rPr lang="es-ES"/>
              <a:t>	2	2	0	0	8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48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lists all possible state-transition combinations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833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lists all possible state-transition combinations</a:t>
            </a:r>
          </a:p>
          <a:p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marL="139700" indent="0">
              <a:buNone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14/May/25: I had this in the slide: </a:t>
            </a:r>
          </a:p>
          <a:p>
            <a:pPr marL="139700" indent="0">
              <a:buNone/>
            </a:pPr>
            <a:r>
              <a:rPr lang="en-US" sz="1100" b="1" i="0" dirty="0">
                <a:latin typeface="Calibri" pitchFamily="34" charset="0"/>
                <a:cs typeface="Calibri" pitchFamily="34" charset="0"/>
              </a:rPr>
              <a:t>Notes:   </a:t>
            </a:r>
            <a:r>
              <a:rPr lang="en-US" sz="1100" i="0" dirty="0">
                <a:latin typeface="Calibri" pitchFamily="34" charset="0"/>
                <a:cs typeface="Calibri" pitchFamily="34" charset="0"/>
              </a:rPr>
              <a:t>“Broken” &amp; “Fixed” – may add many more tests!</a:t>
            </a:r>
          </a:p>
          <a:p>
            <a:pPr marL="139700" indent="0">
              <a:buNone/>
            </a:pPr>
            <a:endParaRPr lang="en-US" sz="1100" i="0" dirty="0">
              <a:latin typeface="Calibri" pitchFamily="34" charset="0"/>
              <a:cs typeface="Calibri" pitchFamily="34" charset="0"/>
            </a:endParaRPr>
          </a:p>
          <a:p>
            <a:pPr marL="139700" indent="0">
              <a:buNone/>
            </a:pPr>
            <a:r>
              <a:rPr lang="en-US" sz="1100" i="0" dirty="0">
                <a:latin typeface="Calibri" pitchFamily="34" charset="0"/>
                <a:cs typeface="Calibri" pitchFamily="34" charset="0"/>
              </a:rPr>
              <a:t>But I don’t understand what I meant so I removed it. </a:t>
            </a:r>
          </a:p>
          <a:p>
            <a:endParaRPr lang="en-US" sz="1100" i="0" dirty="0">
              <a:latin typeface="Calibri" pitchFamily="34" charset="0"/>
              <a:cs typeface="Calibri" pitchFamily="34" charset="0"/>
            </a:endParaRP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711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lists all possible state-transition combinations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675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733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60D19-C5A7-491A-82FE-41A5A26931D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478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>
          <a:extLst>
            <a:ext uri="{FF2B5EF4-FFF2-40B4-BE49-F238E27FC236}">
              <a16:creationId xmlns:a16="http://schemas.microsoft.com/office/drawing/2014/main" id="{2853B72B-DBE9-785D-AF3F-863EB1AF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>
            <a:extLst>
              <a:ext uri="{FF2B5EF4-FFF2-40B4-BE49-F238E27FC236}">
                <a16:creationId xmlns:a16="http://schemas.microsoft.com/office/drawing/2014/main" id="{335EC39C-F731-59B5-DD32-54093232A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>
            <a:extLst>
              <a:ext uri="{FF2B5EF4-FFF2-40B4-BE49-F238E27FC236}">
                <a16:creationId xmlns:a16="http://schemas.microsoft.com/office/drawing/2014/main" id="{2D3CE065-CB74-B248-289A-1D7652778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3445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7F89-E38B-985E-E484-C449880C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18EB0-04C5-B781-64FD-63E4CDA9A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835EB-C74C-DC0E-5A6D-2626FFE61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To monitor progress, run  </a:t>
            </a:r>
            <a:r>
              <a:rPr lang="en-US" b="1" dirty="0"/>
              <a:t>02-01-040_API comments monitor.bat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Full path: </a:t>
            </a:r>
          </a:p>
          <a:p>
            <a:pPr marL="139700" indent="0">
              <a:buNone/>
            </a:pPr>
            <a:r>
              <a:rPr lang="en-US" dirty="0"/>
              <a:t>"D:\OneDrive - ITCB\Documents\Training\SW Testing\Azrieli\2027\Lesson 02 - Reviews, Static testing and Static analysis\01 Class activity\02-01 API review\02-01-040_API comments monitor.bat"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0491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8691F4-EB3B-4C12-890F-027F5E24F624}" type="slidenum">
              <a:rPr lang="he-IL" smtClean="0"/>
              <a:pPr/>
              <a:t>45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390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FF61C-BAAA-4372-BD67-2620102742D9}" type="slidenum">
              <a:rPr lang="he-IL"/>
              <a:pPr/>
              <a:t>46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863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2">
          <a:extLst>
            <a:ext uri="{FF2B5EF4-FFF2-40B4-BE49-F238E27FC236}">
              <a16:creationId xmlns:a16="http://schemas.microsoft.com/office/drawing/2014/main" id="{DCB00C5A-D595-AB6F-2887-D9F72E36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g35ed75ccf_0134:notes">
            <a:extLst>
              <a:ext uri="{FF2B5EF4-FFF2-40B4-BE49-F238E27FC236}">
                <a16:creationId xmlns:a16="http://schemas.microsoft.com/office/drawing/2014/main" id="{AAEEAB1A-27FA-DD64-5EC2-C6A10F2CD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4" name="Google Shape;4044;g35ed75ccf_0134:notes">
            <a:extLst>
              <a:ext uri="{FF2B5EF4-FFF2-40B4-BE49-F238E27FC236}">
                <a16:creationId xmlns:a16="http://schemas.microsoft.com/office/drawing/2014/main" id="{0ADBE3E8-2BF9-1E59-AD2A-29490C2E3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17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685803" y="3838333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685803" y="5310740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>
                <a:solidFill>
                  <a:srgbClr val="80BF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743758" y="683009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743758" y="2155416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57187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641034" y="1255690"/>
            <a:ext cx="7569248" cy="502971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379413" lvl="0" indent="-379413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ts val="2400"/>
              <a:buFont typeface="Wingdings" panose="05000000000000000000" pitchFamily="2" charset="2"/>
              <a:buChar char="§"/>
              <a:defRPr/>
            </a:lvl1pPr>
            <a:lvl2pPr marL="914309" lvl="1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2000"/>
            </a:lvl2pPr>
            <a:lvl3pPr marL="1371464" lvl="2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ts val="2400"/>
              <a:buChar char="▫"/>
              <a:defRPr sz="1800"/>
            </a:lvl3pPr>
            <a:lvl4pPr marL="1828618" lvl="3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Pts val="2400"/>
              <a:buChar char="▫"/>
              <a:defRPr sz="1600"/>
            </a:lvl4pPr>
            <a:lvl5pPr marL="2285774" lvl="4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20000"/>
                  <a:lumOff val="80000"/>
                </a:schemeClr>
              </a:buClr>
              <a:buSzPts val="2400"/>
              <a:buChar char="▫"/>
              <a:defRPr sz="1400"/>
            </a:lvl5pPr>
            <a:lvl6pPr marL="2742926" lvl="5" indent="-380962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080" lvl="6" indent="-380962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235" lvl="7" indent="-380962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389" lvl="8" indent="-380962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38276"/>
            <a:ext cx="264012" cy="6781736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9" y="38276"/>
            <a:ext cx="1140783" cy="6781736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9" y="38276"/>
            <a:ext cx="994639" cy="6586909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9" y="38276"/>
            <a:ext cx="1140783" cy="6781736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195263">
              <a:buClr>
                <a:schemeClr val="accent1">
                  <a:lumMod val="75000"/>
                </a:schemeClr>
              </a:buClr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47675" indent="-176213">
              <a:buClr>
                <a:schemeClr val="accent1">
                  <a:lumMod val="75000"/>
                </a:schemeClr>
              </a:buCl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623888" indent="-176213">
              <a:buClr>
                <a:schemeClr val="accent4">
                  <a:lumMod val="75000"/>
                </a:schemeClr>
              </a:buClr>
              <a:defRPr sz="2000">
                <a:solidFill>
                  <a:schemeClr val="accent4">
                    <a:lumMod val="75000"/>
                  </a:schemeClr>
                </a:solidFill>
              </a:defRPr>
            </a:lvl3pPr>
            <a:lvl4pPr marL="806450" indent="-182563">
              <a:buClr>
                <a:schemeClr val="accent4">
                  <a:lumMod val="75000"/>
                </a:schemeClr>
              </a:buClr>
              <a:defRPr sz="1800">
                <a:solidFill>
                  <a:schemeClr val="accent4">
                    <a:lumMod val="75000"/>
                  </a:schemeClr>
                </a:solidFill>
              </a:defRPr>
            </a:lvl4pPr>
            <a:lvl5pPr marL="984250" indent="-177800">
              <a:buClr>
                <a:schemeClr val="accent4">
                  <a:lumMod val="75000"/>
                </a:schemeClr>
              </a:buClr>
              <a:defRPr sz="1600">
                <a:solidFill>
                  <a:schemeClr val="accent4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oogle Shape;529;p3">
            <a:extLst>
              <a:ext uri="{FF2B5EF4-FFF2-40B4-BE49-F238E27FC236}">
                <a16:creationId xmlns:a16="http://schemas.microsoft.com/office/drawing/2014/main" id="{D509DCBA-4548-37B5-BDA4-F80B34FC4A16}"/>
              </a:ext>
            </a:extLst>
          </p:cNvPr>
          <p:cNvGrpSpPr/>
          <p:nvPr userDrawn="1"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" name="Google Shape;530;p3">
              <a:extLst>
                <a:ext uri="{FF2B5EF4-FFF2-40B4-BE49-F238E27FC236}">
                  <a16:creationId xmlns:a16="http://schemas.microsoft.com/office/drawing/2014/main" id="{51C2C935-CFE3-A3C3-1440-E737958A8C5C}"/>
                </a:ext>
              </a:extLst>
            </p:cNvPr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" name="Google Shape;531;p3">
              <a:extLst>
                <a:ext uri="{FF2B5EF4-FFF2-40B4-BE49-F238E27FC236}">
                  <a16:creationId xmlns:a16="http://schemas.microsoft.com/office/drawing/2014/main" id="{C4272432-B905-BB89-6940-1C2CE58B4963}"/>
                </a:ext>
              </a:extLst>
            </p:cNvPr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532;p3">
              <a:extLst>
                <a:ext uri="{FF2B5EF4-FFF2-40B4-BE49-F238E27FC236}">
                  <a16:creationId xmlns:a16="http://schemas.microsoft.com/office/drawing/2014/main" id="{BB720D57-2FA3-C183-CC5E-7136A19EDE1D}"/>
                </a:ext>
              </a:extLst>
            </p:cNvPr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533;p3">
              <a:extLst>
                <a:ext uri="{FF2B5EF4-FFF2-40B4-BE49-F238E27FC236}">
                  <a16:creationId xmlns:a16="http://schemas.microsoft.com/office/drawing/2014/main" id="{ACCCFBEB-4B5C-642F-EEC2-EB436806C94C}"/>
                </a:ext>
              </a:extLst>
            </p:cNvPr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534;p3">
              <a:extLst>
                <a:ext uri="{FF2B5EF4-FFF2-40B4-BE49-F238E27FC236}">
                  <a16:creationId xmlns:a16="http://schemas.microsoft.com/office/drawing/2014/main" id="{2679AD7B-C0B5-6498-CA6B-FB4C4FD1DDC8}"/>
                </a:ext>
              </a:extLst>
            </p:cNvPr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535;p3">
              <a:extLst>
                <a:ext uri="{FF2B5EF4-FFF2-40B4-BE49-F238E27FC236}">
                  <a16:creationId xmlns:a16="http://schemas.microsoft.com/office/drawing/2014/main" id="{365EACB6-B13F-E0B3-430C-D58DF77817C3}"/>
                </a:ext>
              </a:extLst>
            </p:cNvPr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536;p3">
              <a:extLst>
                <a:ext uri="{FF2B5EF4-FFF2-40B4-BE49-F238E27FC236}">
                  <a16:creationId xmlns:a16="http://schemas.microsoft.com/office/drawing/2014/main" id="{B1DA3746-0CD1-3E76-CFA2-CC873690BD74}"/>
                </a:ext>
              </a:extLst>
            </p:cNvPr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537;p3">
              <a:extLst>
                <a:ext uri="{FF2B5EF4-FFF2-40B4-BE49-F238E27FC236}">
                  <a16:creationId xmlns:a16="http://schemas.microsoft.com/office/drawing/2014/main" id="{F85E7F4C-D775-A4F6-F6D7-739BFC69A141}"/>
                </a:ext>
              </a:extLst>
            </p:cNvPr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538;p3">
              <a:extLst>
                <a:ext uri="{FF2B5EF4-FFF2-40B4-BE49-F238E27FC236}">
                  <a16:creationId xmlns:a16="http://schemas.microsoft.com/office/drawing/2014/main" id="{E0BCAB2D-5919-C400-191C-F968E9838AC4}"/>
                </a:ext>
              </a:extLst>
            </p:cNvPr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539;p3">
              <a:extLst>
                <a:ext uri="{FF2B5EF4-FFF2-40B4-BE49-F238E27FC236}">
                  <a16:creationId xmlns:a16="http://schemas.microsoft.com/office/drawing/2014/main" id="{22DA3BF4-524A-8210-481D-1B8E59961E12}"/>
                </a:ext>
              </a:extLst>
            </p:cNvPr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540;p3">
              <a:extLst>
                <a:ext uri="{FF2B5EF4-FFF2-40B4-BE49-F238E27FC236}">
                  <a16:creationId xmlns:a16="http://schemas.microsoft.com/office/drawing/2014/main" id="{65665A5F-57BD-BC97-36EC-09C5B953144F}"/>
                </a:ext>
              </a:extLst>
            </p:cNvPr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541;p3">
              <a:extLst>
                <a:ext uri="{FF2B5EF4-FFF2-40B4-BE49-F238E27FC236}">
                  <a16:creationId xmlns:a16="http://schemas.microsoft.com/office/drawing/2014/main" id="{764A1014-4D2B-A7FB-9F21-9F4102A36468}"/>
                </a:ext>
              </a:extLst>
            </p:cNvPr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542;p3">
              <a:extLst>
                <a:ext uri="{FF2B5EF4-FFF2-40B4-BE49-F238E27FC236}">
                  <a16:creationId xmlns:a16="http://schemas.microsoft.com/office/drawing/2014/main" id="{7FE06B86-263E-7F24-3D63-EA7A734B4A54}"/>
                </a:ext>
              </a:extLst>
            </p:cNvPr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543;p3">
              <a:extLst>
                <a:ext uri="{FF2B5EF4-FFF2-40B4-BE49-F238E27FC236}">
                  <a16:creationId xmlns:a16="http://schemas.microsoft.com/office/drawing/2014/main" id="{97920AD0-27D6-2CF3-24D3-4B5B19D217BE}"/>
                </a:ext>
              </a:extLst>
            </p:cNvPr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544;p3">
              <a:extLst>
                <a:ext uri="{FF2B5EF4-FFF2-40B4-BE49-F238E27FC236}">
                  <a16:creationId xmlns:a16="http://schemas.microsoft.com/office/drawing/2014/main" id="{2669A18D-40B7-1625-FCEC-FDD886BB8B76}"/>
                </a:ext>
              </a:extLst>
            </p:cNvPr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545;p3">
              <a:extLst>
                <a:ext uri="{FF2B5EF4-FFF2-40B4-BE49-F238E27FC236}">
                  <a16:creationId xmlns:a16="http://schemas.microsoft.com/office/drawing/2014/main" id="{466D6D32-7B83-4962-8F8C-5E68C9953AF7}"/>
                </a:ext>
              </a:extLst>
            </p:cNvPr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546;p3">
              <a:extLst>
                <a:ext uri="{FF2B5EF4-FFF2-40B4-BE49-F238E27FC236}">
                  <a16:creationId xmlns:a16="http://schemas.microsoft.com/office/drawing/2014/main" id="{996EB4B8-8904-14EE-EEB0-F41F0AB8DBAD}"/>
                </a:ext>
              </a:extLst>
            </p:cNvPr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547;p3">
              <a:extLst>
                <a:ext uri="{FF2B5EF4-FFF2-40B4-BE49-F238E27FC236}">
                  <a16:creationId xmlns:a16="http://schemas.microsoft.com/office/drawing/2014/main" id="{E1CD2186-D179-F8C2-DF3E-6D320847C468}"/>
                </a:ext>
              </a:extLst>
            </p:cNvPr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548;p3">
              <a:extLst>
                <a:ext uri="{FF2B5EF4-FFF2-40B4-BE49-F238E27FC236}">
                  <a16:creationId xmlns:a16="http://schemas.microsoft.com/office/drawing/2014/main" id="{C52D7DC7-94C5-5A37-1953-9D805AE54F51}"/>
                </a:ext>
              </a:extLst>
            </p:cNvPr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549;p3">
              <a:extLst>
                <a:ext uri="{FF2B5EF4-FFF2-40B4-BE49-F238E27FC236}">
                  <a16:creationId xmlns:a16="http://schemas.microsoft.com/office/drawing/2014/main" id="{6FAD39C6-C737-0102-2F91-290CBF6BA249}"/>
                </a:ext>
              </a:extLst>
            </p:cNvPr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550;p3">
              <a:extLst>
                <a:ext uri="{FF2B5EF4-FFF2-40B4-BE49-F238E27FC236}">
                  <a16:creationId xmlns:a16="http://schemas.microsoft.com/office/drawing/2014/main" id="{EEA98936-5245-054A-97EE-A30B44D425AC}"/>
                </a:ext>
              </a:extLst>
            </p:cNvPr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551;p3">
              <a:extLst>
                <a:ext uri="{FF2B5EF4-FFF2-40B4-BE49-F238E27FC236}">
                  <a16:creationId xmlns:a16="http://schemas.microsoft.com/office/drawing/2014/main" id="{C1402ADE-0FF2-D1C4-0862-AB289ED05E39}"/>
                </a:ext>
              </a:extLst>
            </p:cNvPr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552;p3">
              <a:extLst>
                <a:ext uri="{FF2B5EF4-FFF2-40B4-BE49-F238E27FC236}">
                  <a16:creationId xmlns:a16="http://schemas.microsoft.com/office/drawing/2014/main" id="{3F8CD685-C1C7-75DF-E0FD-2E4C1DF0B42E}"/>
                </a:ext>
              </a:extLst>
            </p:cNvPr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553;p3">
              <a:extLst>
                <a:ext uri="{FF2B5EF4-FFF2-40B4-BE49-F238E27FC236}">
                  <a16:creationId xmlns:a16="http://schemas.microsoft.com/office/drawing/2014/main" id="{617ABD13-0739-7570-1A3F-D0DE77CB4EAD}"/>
                </a:ext>
              </a:extLst>
            </p:cNvPr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554;p3">
              <a:extLst>
                <a:ext uri="{FF2B5EF4-FFF2-40B4-BE49-F238E27FC236}">
                  <a16:creationId xmlns:a16="http://schemas.microsoft.com/office/drawing/2014/main" id="{2FE9A10A-3AB2-2534-6744-69D7DC707CFE}"/>
                </a:ext>
              </a:extLst>
            </p:cNvPr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555;p3">
              <a:extLst>
                <a:ext uri="{FF2B5EF4-FFF2-40B4-BE49-F238E27FC236}">
                  <a16:creationId xmlns:a16="http://schemas.microsoft.com/office/drawing/2014/main" id="{B8D555B1-2C91-6F1A-3637-CC451C49AE09}"/>
                </a:ext>
              </a:extLst>
            </p:cNvPr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556;p3">
              <a:extLst>
                <a:ext uri="{FF2B5EF4-FFF2-40B4-BE49-F238E27FC236}">
                  <a16:creationId xmlns:a16="http://schemas.microsoft.com/office/drawing/2014/main" id="{604ED82C-D00D-FA52-C233-E6D487C26D98}"/>
                </a:ext>
              </a:extLst>
            </p:cNvPr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557;p3">
              <a:extLst>
                <a:ext uri="{FF2B5EF4-FFF2-40B4-BE49-F238E27FC236}">
                  <a16:creationId xmlns:a16="http://schemas.microsoft.com/office/drawing/2014/main" id="{B1471347-D87E-52B5-2883-8527F4775A1D}"/>
                </a:ext>
              </a:extLst>
            </p:cNvPr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558;p3">
              <a:extLst>
                <a:ext uri="{FF2B5EF4-FFF2-40B4-BE49-F238E27FC236}">
                  <a16:creationId xmlns:a16="http://schemas.microsoft.com/office/drawing/2014/main" id="{15A7D384-581F-CFD5-6B21-1D9332B4DCBC}"/>
                </a:ext>
              </a:extLst>
            </p:cNvPr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559;p3">
              <a:extLst>
                <a:ext uri="{FF2B5EF4-FFF2-40B4-BE49-F238E27FC236}">
                  <a16:creationId xmlns:a16="http://schemas.microsoft.com/office/drawing/2014/main" id="{A4483096-7B5A-51EB-464C-03E069547E6F}"/>
                </a:ext>
              </a:extLst>
            </p:cNvPr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560;p3">
              <a:extLst>
                <a:ext uri="{FF2B5EF4-FFF2-40B4-BE49-F238E27FC236}">
                  <a16:creationId xmlns:a16="http://schemas.microsoft.com/office/drawing/2014/main" id="{97F84330-1810-7BFB-C41F-2A791020BDA2}"/>
                </a:ext>
              </a:extLst>
            </p:cNvPr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561;p3">
              <a:extLst>
                <a:ext uri="{FF2B5EF4-FFF2-40B4-BE49-F238E27FC236}">
                  <a16:creationId xmlns:a16="http://schemas.microsoft.com/office/drawing/2014/main" id="{D1D976D3-AA1C-3A94-40D7-BE6E33055AD8}"/>
                </a:ext>
              </a:extLst>
            </p:cNvPr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562;p3">
              <a:extLst>
                <a:ext uri="{FF2B5EF4-FFF2-40B4-BE49-F238E27FC236}">
                  <a16:creationId xmlns:a16="http://schemas.microsoft.com/office/drawing/2014/main" id="{964F5613-29C3-E1FE-6A07-5AA66A0A460B}"/>
                </a:ext>
              </a:extLst>
            </p:cNvPr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563;p3">
              <a:extLst>
                <a:ext uri="{FF2B5EF4-FFF2-40B4-BE49-F238E27FC236}">
                  <a16:creationId xmlns:a16="http://schemas.microsoft.com/office/drawing/2014/main" id="{D66B6522-5D02-01D3-6E8F-18AA412139D9}"/>
                </a:ext>
              </a:extLst>
            </p:cNvPr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564;p3">
              <a:extLst>
                <a:ext uri="{FF2B5EF4-FFF2-40B4-BE49-F238E27FC236}">
                  <a16:creationId xmlns:a16="http://schemas.microsoft.com/office/drawing/2014/main" id="{B76B5801-71C7-DB10-8D84-349216397A5C}"/>
                </a:ext>
              </a:extLst>
            </p:cNvPr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565;p3">
              <a:extLst>
                <a:ext uri="{FF2B5EF4-FFF2-40B4-BE49-F238E27FC236}">
                  <a16:creationId xmlns:a16="http://schemas.microsoft.com/office/drawing/2014/main" id="{EE46B5BF-4C5A-E364-C7F2-4A78089D7B0F}"/>
                </a:ext>
              </a:extLst>
            </p:cNvPr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566;p3">
              <a:extLst>
                <a:ext uri="{FF2B5EF4-FFF2-40B4-BE49-F238E27FC236}">
                  <a16:creationId xmlns:a16="http://schemas.microsoft.com/office/drawing/2014/main" id="{EC9BF2B9-E851-8D32-78D0-DF0CA42F2C27}"/>
                </a:ext>
              </a:extLst>
            </p:cNvPr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567;p3">
              <a:extLst>
                <a:ext uri="{FF2B5EF4-FFF2-40B4-BE49-F238E27FC236}">
                  <a16:creationId xmlns:a16="http://schemas.microsoft.com/office/drawing/2014/main" id="{9F766327-71FA-3054-9E6F-3FEADE20B155}"/>
                </a:ext>
              </a:extLst>
            </p:cNvPr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568;p3">
              <a:extLst>
                <a:ext uri="{FF2B5EF4-FFF2-40B4-BE49-F238E27FC236}">
                  <a16:creationId xmlns:a16="http://schemas.microsoft.com/office/drawing/2014/main" id="{59E43FF6-009C-3123-1351-D0CFA95401D3}"/>
                </a:ext>
              </a:extLst>
            </p:cNvPr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569;p3">
              <a:extLst>
                <a:ext uri="{FF2B5EF4-FFF2-40B4-BE49-F238E27FC236}">
                  <a16:creationId xmlns:a16="http://schemas.microsoft.com/office/drawing/2014/main" id="{42374DC8-E870-8CB0-FBD1-C4845E2EA918}"/>
                </a:ext>
              </a:extLst>
            </p:cNvPr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570;p3">
              <a:extLst>
                <a:ext uri="{FF2B5EF4-FFF2-40B4-BE49-F238E27FC236}">
                  <a16:creationId xmlns:a16="http://schemas.microsoft.com/office/drawing/2014/main" id="{FE5CDFDE-4DB6-0E5E-37B9-34795D3CA99D}"/>
                </a:ext>
              </a:extLst>
            </p:cNvPr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571;p3">
              <a:extLst>
                <a:ext uri="{FF2B5EF4-FFF2-40B4-BE49-F238E27FC236}">
                  <a16:creationId xmlns:a16="http://schemas.microsoft.com/office/drawing/2014/main" id="{9E252B4C-4168-7BB3-555E-9BCB98E7EBBE}"/>
                </a:ext>
              </a:extLst>
            </p:cNvPr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572;p3">
              <a:extLst>
                <a:ext uri="{FF2B5EF4-FFF2-40B4-BE49-F238E27FC236}">
                  <a16:creationId xmlns:a16="http://schemas.microsoft.com/office/drawing/2014/main" id="{789FB333-FBB3-89DE-8950-05E4469C3EEC}"/>
                </a:ext>
              </a:extLst>
            </p:cNvPr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573;p3">
              <a:extLst>
                <a:ext uri="{FF2B5EF4-FFF2-40B4-BE49-F238E27FC236}">
                  <a16:creationId xmlns:a16="http://schemas.microsoft.com/office/drawing/2014/main" id="{7E4C52DF-9553-8059-AB1B-243512336F7D}"/>
                </a:ext>
              </a:extLst>
            </p:cNvPr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574;p3">
              <a:extLst>
                <a:ext uri="{FF2B5EF4-FFF2-40B4-BE49-F238E27FC236}">
                  <a16:creationId xmlns:a16="http://schemas.microsoft.com/office/drawing/2014/main" id="{CD8F331D-65F0-2CE4-25F9-CFC773DDC258}"/>
                </a:ext>
              </a:extLst>
            </p:cNvPr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575;p3">
              <a:extLst>
                <a:ext uri="{FF2B5EF4-FFF2-40B4-BE49-F238E27FC236}">
                  <a16:creationId xmlns:a16="http://schemas.microsoft.com/office/drawing/2014/main" id="{893ED246-A920-A2A9-E419-CDA14290E8BD}"/>
                </a:ext>
              </a:extLst>
            </p:cNvPr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576;p3">
              <a:extLst>
                <a:ext uri="{FF2B5EF4-FFF2-40B4-BE49-F238E27FC236}">
                  <a16:creationId xmlns:a16="http://schemas.microsoft.com/office/drawing/2014/main" id="{6328EBCB-DB7F-020C-8F0C-93AF6AAAB797}"/>
                </a:ext>
              </a:extLst>
            </p:cNvPr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577;p3">
              <a:extLst>
                <a:ext uri="{FF2B5EF4-FFF2-40B4-BE49-F238E27FC236}">
                  <a16:creationId xmlns:a16="http://schemas.microsoft.com/office/drawing/2014/main" id="{364623D9-D2A2-DCEF-8939-87A35D9F1F6B}"/>
                </a:ext>
              </a:extLst>
            </p:cNvPr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578;p3">
              <a:extLst>
                <a:ext uri="{FF2B5EF4-FFF2-40B4-BE49-F238E27FC236}">
                  <a16:creationId xmlns:a16="http://schemas.microsoft.com/office/drawing/2014/main" id="{5F5102B8-A2A7-D5F6-8F7E-5AFE5A727436}"/>
                </a:ext>
              </a:extLst>
            </p:cNvPr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79;p3">
              <a:extLst>
                <a:ext uri="{FF2B5EF4-FFF2-40B4-BE49-F238E27FC236}">
                  <a16:creationId xmlns:a16="http://schemas.microsoft.com/office/drawing/2014/main" id="{C5EA27D4-53E9-762D-5B73-44236B9E962B}"/>
                </a:ext>
              </a:extLst>
            </p:cNvPr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580;p3">
              <a:extLst>
                <a:ext uri="{FF2B5EF4-FFF2-40B4-BE49-F238E27FC236}">
                  <a16:creationId xmlns:a16="http://schemas.microsoft.com/office/drawing/2014/main" id="{FCCAF6DF-183F-F210-05F7-0E61E9AE808C}"/>
                </a:ext>
              </a:extLst>
            </p:cNvPr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581;p3">
              <a:extLst>
                <a:ext uri="{FF2B5EF4-FFF2-40B4-BE49-F238E27FC236}">
                  <a16:creationId xmlns:a16="http://schemas.microsoft.com/office/drawing/2014/main" id="{F1D6682C-7D8D-FC7F-FF0B-CE0845294D3E}"/>
                </a:ext>
              </a:extLst>
            </p:cNvPr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582;p3">
              <a:extLst>
                <a:ext uri="{FF2B5EF4-FFF2-40B4-BE49-F238E27FC236}">
                  <a16:creationId xmlns:a16="http://schemas.microsoft.com/office/drawing/2014/main" id="{07AD9196-3540-FEB2-3F39-1B0EFAA780CA}"/>
                </a:ext>
              </a:extLst>
            </p:cNvPr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583;p3">
              <a:extLst>
                <a:ext uri="{FF2B5EF4-FFF2-40B4-BE49-F238E27FC236}">
                  <a16:creationId xmlns:a16="http://schemas.microsoft.com/office/drawing/2014/main" id="{91B85932-5BDD-3DBA-9ADE-E32BAF5E53A5}"/>
                </a:ext>
              </a:extLst>
            </p:cNvPr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584;p3">
              <a:extLst>
                <a:ext uri="{FF2B5EF4-FFF2-40B4-BE49-F238E27FC236}">
                  <a16:creationId xmlns:a16="http://schemas.microsoft.com/office/drawing/2014/main" id="{0EFA0F0A-1A37-02D7-7CFC-9CF9C1820467}"/>
                </a:ext>
              </a:extLst>
            </p:cNvPr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585;p3">
              <a:extLst>
                <a:ext uri="{FF2B5EF4-FFF2-40B4-BE49-F238E27FC236}">
                  <a16:creationId xmlns:a16="http://schemas.microsoft.com/office/drawing/2014/main" id="{52962FD5-3E03-7C32-4E53-92E5CAF0FD40}"/>
                </a:ext>
              </a:extLst>
            </p:cNvPr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586;p3">
              <a:extLst>
                <a:ext uri="{FF2B5EF4-FFF2-40B4-BE49-F238E27FC236}">
                  <a16:creationId xmlns:a16="http://schemas.microsoft.com/office/drawing/2014/main" id="{A79207EA-E079-57CB-20D2-2A14B380DDF1}"/>
                </a:ext>
              </a:extLst>
            </p:cNvPr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587;p3">
              <a:extLst>
                <a:ext uri="{FF2B5EF4-FFF2-40B4-BE49-F238E27FC236}">
                  <a16:creationId xmlns:a16="http://schemas.microsoft.com/office/drawing/2014/main" id="{07AB6FA8-A32D-6B02-194B-2C313EA24EE1}"/>
                </a:ext>
              </a:extLst>
            </p:cNvPr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588;p3">
              <a:extLst>
                <a:ext uri="{FF2B5EF4-FFF2-40B4-BE49-F238E27FC236}">
                  <a16:creationId xmlns:a16="http://schemas.microsoft.com/office/drawing/2014/main" id="{48248ECF-26CD-47E3-ADD3-F1C4E92CEFC8}"/>
                </a:ext>
              </a:extLst>
            </p:cNvPr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589;p3">
              <a:extLst>
                <a:ext uri="{FF2B5EF4-FFF2-40B4-BE49-F238E27FC236}">
                  <a16:creationId xmlns:a16="http://schemas.microsoft.com/office/drawing/2014/main" id="{DD044954-4BD6-656C-C89A-FEEB9D42FA45}"/>
                </a:ext>
              </a:extLst>
            </p:cNvPr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590;p3">
              <a:extLst>
                <a:ext uri="{FF2B5EF4-FFF2-40B4-BE49-F238E27FC236}">
                  <a16:creationId xmlns:a16="http://schemas.microsoft.com/office/drawing/2014/main" id="{A19B4733-66B2-4445-C94E-573B38DBD456}"/>
                </a:ext>
              </a:extLst>
            </p:cNvPr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591;p3">
              <a:extLst>
                <a:ext uri="{FF2B5EF4-FFF2-40B4-BE49-F238E27FC236}">
                  <a16:creationId xmlns:a16="http://schemas.microsoft.com/office/drawing/2014/main" id="{5D352BF0-CE6C-1361-772F-30C115719F40}"/>
                </a:ext>
              </a:extLst>
            </p:cNvPr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592;p3">
              <a:extLst>
                <a:ext uri="{FF2B5EF4-FFF2-40B4-BE49-F238E27FC236}">
                  <a16:creationId xmlns:a16="http://schemas.microsoft.com/office/drawing/2014/main" id="{4EE39DBF-FEC9-5DB6-C97B-06D6137EA1D4}"/>
                </a:ext>
              </a:extLst>
            </p:cNvPr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593;p3">
              <a:extLst>
                <a:ext uri="{FF2B5EF4-FFF2-40B4-BE49-F238E27FC236}">
                  <a16:creationId xmlns:a16="http://schemas.microsoft.com/office/drawing/2014/main" id="{CBD8A2D6-60CD-46FC-C328-9AF08E94500F}"/>
                </a:ext>
              </a:extLst>
            </p:cNvPr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594;p3">
              <a:extLst>
                <a:ext uri="{FF2B5EF4-FFF2-40B4-BE49-F238E27FC236}">
                  <a16:creationId xmlns:a16="http://schemas.microsoft.com/office/drawing/2014/main" id="{CD7BBC2E-CA8B-93C2-A155-D1430812B685}"/>
                </a:ext>
              </a:extLst>
            </p:cNvPr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595;p3">
              <a:extLst>
                <a:ext uri="{FF2B5EF4-FFF2-40B4-BE49-F238E27FC236}">
                  <a16:creationId xmlns:a16="http://schemas.microsoft.com/office/drawing/2014/main" id="{AC25BE7C-7D7A-A2CA-99A3-2EABC126C49A}"/>
                </a:ext>
              </a:extLst>
            </p:cNvPr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596;p3">
              <a:extLst>
                <a:ext uri="{FF2B5EF4-FFF2-40B4-BE49-F238E27FC236}">
                  <a16:creationId xmlns:a16="http://schemas.microsoft.com/office/drawing/2014/main" id="{5FABC575-A01E-7D75-4D20-F4D5057B379D}"/>
                </a:ext>
              </a:extLst>
            </p:cNvPr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597;p3">
              <a:extLst>
                <a:ext uri="{FF2B5EF4-FFF2-40B4-BE49-F238E27FC236}">
                  <a16:creationId xmlns:a16="http://schemas.microsoft.com/office/drawing/2014/main" id="{5FF7ACB8-57AF-14DE-730D-3943304C127F}"/>
                </a:ext>
              </a:extLst>
            </p:cNvPr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598;p3">
              <a:extLst>
                <a:ext uri="{FF2B5EF4-FFF2-40B4-BE49-F238E27FC236}">
                  <a16:creationId xmlns:a16="http://schemas.microsoft.com/office/drawing/2014/main" id="{94F237B1-BCB4-5FE3-7F91-874AEDD49CD4}"/>
                </a:ext>
              </a:extLst>
            </p:cNvPr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599;p3">
              <a:extLst>
                <a:ext uri="{FF2B5EF4-FFF2-40B4-BE49-F238E27FC236}">
                  <a16:creationId xmlns:a16="http://schemas.microsoft.com/office/drawing/2014/main" id="{85A27A12-A9BA-8DB3-69FC-4F86859014BE}"/>
                </a:ext>
              </a:extLst>
            </p:cNvPr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600;p3">
              <a:extLst>
                <a:ext uri="{FF2B5EF4-FFF2-40B4-BE49-F238E27FC236}">
                  <a16:creationId xmlns:a16="http://schemas.microsoft.com/office/drawing/2014/main" id="{6F0FD5DE-7718-C9B7-BD96-3E2ECA71AE2C}"/>
                </a:ext>
              </a:extLst>
            </p:cNvPr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601;p3">
              <a:extLst>
                <a:ext uri="{FF2B5EF4-FFF2-40B4-BE49-F238E27FC236}">
                  <a16:creationId xmlns:a16="http://schemas.microsoft.com/office/drawing/2014/main" id="{D55EE7E4-783F-E840-C6A6-077BCF26E6AC}"/>
                </a:ext>
              </a:extLst>
            </p:cNvPr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602;p3">
              <a:extLst>
                <a:ext uri="{FF2B5EF4-FFF2-40B4-BE49-F238E27FC236}">
                  <a16:creationId xmlns:a16="http://schemas.microsoft.com/office/drawing/2014/main" id="{AA4372AB-819F-483E-FCCF-56FD7DC8ED8C}"/>
                </a:ext>
              </a:extLst>
            </p:cNvPr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603;p3">
              <a:extLst>
                <a:ext uri="{FF2B5EF4-FFF2-40B4-BE49-F238E27FC236}">
                  <a16:creationId xmlns:a16="http://schemas.microsoft.com/office/drawing/2014/main" id="{C12989E1-1EEE-F381-3DDB-9793417751EB}"/>
                </a:ext>
              </a:extLst>
            </p:cNvPr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604;p3">
              <a:extLst>
                <a:ext uri="{FF2B5EF4-FFF2-40B4-BE49-F238E27FC236}">
                  <a16:creationId xmlns:a16="http://schemas.microsoft.com/office/drawing/2014/main" id="{13492DE2-3E46-6DC4-2FCA-49F815F298A1}"/>
                </a:ext>
              </a:extLst>
            </p:cNvPr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605;p3">
              <a:extLst>
                <a:ext uri="{FF2B5EF4-FFF2-40B4-BE49-F238E27FC236}">
                  <a16:creationId xmlns:a16="http://schemas.microsoft.com/office/drawing/2014/main" id="{929DC5BC-A033-9F99-FA2E-F9375AA6DB34}"/>
                </a:ext>
              </a:extLst>
            </p:cNvPr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606;p3">
              <a:extLst>
                <a:ext uri="{FF2B5EF4-FFF2-40B4-BE49-F238E27FC236}">
                  <a16:creationId xmlns:a16="http://schemas.microsoft.com/office/drawing/2014/main" id="{70D3E959-021C-5DF2-F8E1-6C161FBCFC0B}"/>
                </a:ext>
              </a:extLst>
            </p:cNvPr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607;p3">
              <a:extLst>
                <a:ext uri="{FF2B5EF4-FFF2-40B4-BE49-F238E27FC236}">
                  <a16:creationId xmlns:a16="http://schemas.microsoft.com/office/drawing/2014/main" id="{A1FC9512-469E-A4BE-2EB7-7C73C0CE56B8}"/>
                </a:ext>
              </a:extLst>
            </p:cNvPr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608;p3">
              <a:extLst>
                <a:ext uri="{FF2B5EF4-FFF2-40B4-BE49-F238E27FC236}">
                  <a16:creationId xmlns:a16="http://schemas.microsoft.com/office/drawing/2014/main" id="{2838DDCA-ECFF-C354-DE96-FBD0A3C84D52}"/>
                </a:ext>
              </a:extLst>
            </p:cNvPr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609;p3">
              <a:extLst>
                <a:ext uri="{FF2B5EF4-FFF2-40B4-BE49-F238E27FC236}">
                  <a16:creationId xmlns:a16="http://schemas.microsoft.com/office/drawing/2014/main" id="{5684FBD6-142F-A11C-9987-944469EC1A9D}"/>
                </a:ext>
              </a:extLst>
            </p:cNvPr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85" name="Google Shape;610;p3">
            <a:extLst>
              <a:ext uri="{FF2B5EF4-FFF2-40B4-BE49-F238E27FC236}">
                <a16:creationId xmlns:a16="http://schemas.microsoft.com/office/drawing/2014/main" id="{6BE8F244-B4AF-78CD-7189-92A337D96AA8}"/>
              </a:ext>
            </a:extLst>
          </p:cNvPr>
          <p:cNvGrpSpPr/>
          <p:nvPr userDrawn="1"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86" name="Google Shape;611;p3">
              <a:extLst>
                <a:ext uri="{FF2B5EF4-FFF2-40B4-BE49-F238E27FC236}">
                  <a16:creationId xmlns:a16="http://schemas.microsoft.com/office/drawing/2014/main" id="{4EAC7EA2-0055-70FB-55A2-904928319965}"/>
                </a:ext>
              </a:extLst>
            </p:cNvPr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612;p3">
              <a:extLst>
                <a:ext uri="{FF2B5EF4-FFF2-40B4-BE49-F238E27FC236}">
                  <a16:creationId xmlns:a16="http://schemas.microsoft.com/office/drawing/2014/main" id="{8855973D-4882-A951-AB41-FBAAE3BC8BB3}"/>
                </a:ext>
              </a:extLst>
            </p:cNvPr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613;p3">
              <a:extLst>
                <a:ext uri="{FF2B5EF4-FFF2-40B4-BE49-F238E27FC236}">
                  <a16:creationId xmlns:a16="http://schemas.microsoft.com/office/drawing/2014/main" id="{DF52BF32-705C-6DB5-5ED5-E6208699001F}"/>
                </a:ext>
              </a:extLst>
            </p:cNvPr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614;p3">
              <a:extLst>
                <a:ext uri="{FF2B5EF4-FFF2-40B4-BE49-F238E27FC236}">
                  <a16:creationId xmlns:a16="http://schemas.microsoft.com/office/drawing/2014/main" id="{90FCC9F4-101E-28AE-E133-E036D6841AB5}"/>
                </a:ext>
              </a:extLst>
            </p:cNvPr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615;p3">
              <a:extLst>
                <a:ext uri="{FF2B5EF4-FFF2-40B4-BE49-F238E27FC236}">
                  <a16:creationId xmlns:a16="http://schemas.microsoft.com/office/drawing/2014/main" id="{5FA5E8CF-1ECB-2E19-B063-B97042DE46D3}"/>
                </a:ext>
              </a:extLst>
            </p:cNvPr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616;p3">
              <a:extLst>
                <a:ext uri="{FF2B5EF4-FFF2-40B4-BE49-F238E27FC236}">
                  <a16:creationId xmlns:a16="http://schemas.microsoft.com/office/drawing/2014/main" id="{03044E0C-2FB8-B4FC-8798-7003FEE79755}"/>
                </a:ext>
              </a:extLst>
            </p:cNvPr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617;p3">
              <a:extLst>
                <a:ext uri="{FF2B5EF4-FFF2-40B4-BE49-F238E27FC236}">
                  <a16:creationId xmlns:a16="http://schemas.microsoft.com/office/drawing/2014/main" id="{2FA3B55F-AF4C-6F10-3616-DEE08AE0C66D}"/>
                </a:ext>
              </a:extLst>
            </p:cNvPr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618;p3">
              <a:extLst>
                <a:ext uri="{FF2B5EF4-FFF2-40B4-BE49-F238E27FC236}">
                  <a16:creationId xmlns:a16="http://schemas.microsoft.com/office/drawing/2014/main" id="{A6BA5FA4-C1A9-5B48-339D-3150DFE2535C}"/>
                </a:ext>
              </a:extLst>
            </p:cNvPr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619;p3">
              <a:extLst>
                <a:ext uri="{FF2B5EF4-FFF2-40B4-BE49-F238E27FC236}">
                  <a16:creationId xmlns:a16="http://schemas.microsoft.com/office/drawing/2014/main" id="{5B09D247-2ED3-6901-DE27-0A3CD4BFFF49}"/>
                </a:ext>
              </a:extLst>
            </p:cNvPr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620;p3">
              <a:extLst>
                <a:ext uri="{FF2B5EF4-FFF2-40B4-BE49-F238E27FC236}">
                  <a16:creationId xmlns:a16="http://schemas.microsoft.com/office/drawing/2014/main" id="{58408DC8-C1B0-2900-BF54-ED4FCBA1BE38}"/>
                </a:ext>
              </a:extLst>
            </p:cNvPr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621;p3">
              <a:extLst>
                <a:ext uri="{FF2B5EF4-FFF2-40B4-BE49-F238E27FC236}">
                  <a16:creationId xmlns:a16="http://schemas.microsoft.com/office/drawing/2014/main" id="{11B9268F-1F3A-FE01-A207-A93B3DB017CD}"/>
                </a:ext>
              </a:extLst>
            </p:cNvPr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622;p3">
              <a:extLst>
                <a:ext uri="{FF2B5EF4-FFF2-40B4-BE49-F238E27FC236}">
                  <a16:creationId xmlns:a16="http://schemas.microsoft.com/office/drawing/2014/main" id="{38E4F5C6-954F-FCA0-A9D5-C3ACC9994820}"/>
                </a:ext>
              </a:extLst>
            </p:cNvPr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623;p3">
              <a:extLst>
                <a:ext uri="{FF2B5EF4-FFF2-40B4-BE49-F238E27FC236}">
                  <a16:creationId xmlns:a16="http://schemas.microsoft.com/office/drawing/2014/main" id="{8F53496D-210F-58B6-B494-F84E9A2B86BF}"/>
                </a:ext>
              </a:extLst>
            </p:cNvPr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624;p3">
              <a:extLst>
                <a:ext uri="{FF2B5EF4-FFF2-40B4-BE49-F238E27FC236}">
                  <a16:creationId xmlns:a16="http://schemas.microsoft.com/office/drawing/2014/main" id="{E0CEEBCF-F752-EAB2-B751-0C103D3DBEF3}"/>
                </a:ext>
              </a:extLst>
            </p:cNvPr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625;p3">
              <a:extLst>
                <a:ext uri="{FF2B5EF4-FFF2-40B4-BE49-F238E27FC236}">
                  <a16:creationId xmlns:a16="http://schemas.microsoft.com/office/drawing/2014/main" id="{855DB4F2-FD4C-BE3C-A675-CB0203A0D6C7}"/>
                </a:ext>
              </a:extLst>
            </p:cNvPr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626;p3">
              <a:extLst>
                <a:ext uri="{FF2B5EF4-FFF2-40B4-BE49-F238E27FC236}">
                  <a16:creationId xmlns:a16="http://schemas.microsoft.com/office/drawing/2014/main" id="{8849FB59-FC32-A627-6698-E8683CD0632B}"/>
                </a:ext>
              </a:extLst>
            </p:cNvPr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627;p3">
              <a:extLst>
                <a:ext uri="{FF2B5EF4-FFF2-40B4-BE49-F238E27FC236}">
                  <a16:creationId xmlns:a16="http://schemas.microsoft.com/office/drawing/2014/main" id="{F9F66896-D797-0D5F-1506-37F12F23AAAF}"/>
                </a:ext>
              </a:extLst>
            </p:cNvPr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628;p3">
              <a:extLst>
                <a:ext uri="{FF2B5EF4-FFF2-40B4-BE49-F238E27FC236}">
                  <a16:creationId xmlns:a16="http://schemas.microsoft.com/office/drawing/2014/main" id="{D2F1A79B-CE98-A94F-2565-3DDBB7501EAF}"/>
                </a:ext>
              </a:extLst>
            </p:cNvPr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629;p3">
              <a:extLst>
                <a:ext uri="{FF2B5EF4-FFF2-40B4-BE49-F238E27FC236}">
                  <a16:creationId xmlns:a16="http://schemas.microsoft.com/office/drawing/2014/main" id="{2964B35C-25B5-145C-6B19-57E95998B162}"/>
                </a:ext>
              </a:extLst>
            </p:cNvPr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630;p3">
              <a:extLst>
                <a:ext uri="{FF2B5EF4-FFF2-40B4-BE49-F238E27FC236}">
                  <a16:creationId xmlns:a16="http://schemas.microsoft.com/office/drawing/2014/main" id="{31123D37-C37F-8C58-6F0D-18F76006EE3C}"/>
                </a:ext>
              </a:extLst>
            </p:cNvPr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631;p3">
              <a:extLst>
                <a:ext uri="{FF2B5EF4-FFF2-40B4-BE49-F238E27FC236}">
                  <a16:creationId xmlns:a16="http://schemas.microsoft.com/office/drawing/2014/main" id="{BF32EDCD-A18B-133F-0198-5FAD9B7774A5}"/>
                </a:ext>
              </a:extLst>
            </p:cNvPr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632;p3">
              <a:extLst>
                <a:ext uri="{FF2B5EF4-FFF2-40B4-BE49-F238E27FC236}">
                  <a16:creationId xmlns:a16="http://schemas.microsoft.com/office/drawing/2014/main" id="{B20BC6C9-533E-C336-4828-406DC4BC0BEA}"/>
                </a:ext>
              </a:extLst>
            </p:cNvPr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633;p3">
              <a:extLst>
                <a:ext uri="{FF2B5EF4-FFF2-40B4-BE49-F238E27FC236}">
                  <a16:creationId xmlns:a16="http://schemas.microsoft.com/office/drawing/2014/main" id="{CD807AEC-7A2E-923A-4E3A-25B563E68080}"/>
                </a:ext>
              </a:extLst>
            </p:cNvPr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634;p3">
              <a:extLst>
                <a:ext uri="{FF2B5EF4-FFF2-40B4-BE49-F238E27FC236}">
                  <a16:creationId xmlns:a16="http://schemas.microsoft.com/office/drawing/2014/main" id="{8AC00EC0-FCDA-8848-6202-7896EC6F7D8C}"/>
                </a:ext>
              </a:extLst>
            </p:cNvPr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635;p3">
              <a:extLst>
                <a:ext uri="{FF2B5EF4-FFF2-40B4-BE49-F238E27FC236}">
                  <a16:creationId xmlns:a16="http://schemas.microsoft.com/office/drawing/2014/main" id="{B321EC14-5A92-1387-C7F9-DFDA91CB22EB}"/>
                </a:ext>
              </a:extLst>
            </p:cNvPr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636;p3">
              <a:extLst>
                <a:ext uri="{FF2B5EF4-FFF2-40B4-BE49-F238E27FC236}">
                  <a16:creationId xmlns:a16="http://schemas.microsoft.com/office/drawing/2014/main" id="{5AA9B786-421C-1322-F08C-C03FAEFBAF16}"/>
                </a:ext>
              </a:extLst>
            </p:cNvPr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637;p3">
              <a:extLst>
                <a:ext uri="{FF2B5EF4-FFF2-40B4-BE49-F238E27FC236}">
                  <a16:creationId xmlns:a16="http://schemas.microsoft.com/office/drawing/2014/main" id="{931F346D-FAFA-9E93-3B4F-AFD0388204A4}"/>
                </a:ext>
              </a:extLst>
            </p:cNvPr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638;p3">
              <a:extLst>
                <a:ext uri="{FF2B5EF4-FFF2-40B4-BE49-F238E27FC236}">
                  <a16:creationId xmlns:a16="http://schemas.microsoft.com/office/drawing/2014/main" id="{58CEAE78-1E20-BEA5-DE31-3F30BA34B953}"/>
                </a:ext>
              </a:extLst>
            </p:cNvPr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639;p3">
              <a:extLst>
                <a:ext uri="{FF2B5EF4-FFF2-40B4-BE49-F238E27FC236}">
                  <a16:creationId xmlns:a16="http://schemas.microsoft.com/office/drawing/2014/main" id="{3AF71552-5CCF-1A38-41B8-A3C71DAD1780}"/>
                </a:ext>
              </a:extLst>
            </p:cNvPr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640;p3">
              <a:extLst>
                <a:ext uri="{FF2B5EF4-FFF2-40B4-BE49-F238E27FC236}">
                  <a16:creationId xmlns:a16="http://schemas.microsoft.com/office/drawing/2014/main" id="{93DE6221-2A65-A644-7821-8A25759B2270}"/>
                </a:ext>
              </a:extLst>
            </p:cNvPr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641;p3">
              <a:extLst>
                <a:ext uri="{FF2B5EF4-FFF2-40B4-BE49-F238E27FC236}">
                  <a16:creationId xmlns:a16="http://schemas.microsoft.com/office/drawing/2014/main" id="{25139C7A-3DEB-5E9E-838F-052D85CA887B}"/>
                </a:ext>
              </a:extLst>
            </p:cNvPr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642;p3">
              <a:extLst>
                <a:ext uri="{FF2B5EF4-FFF2-40B4-BE49-F238E27FC236}">
                  <a16:creationId xmlns:a16="http://schemas.microsoft.com/office/drawing/2014/main" id="{EE0B4F39-285E-4505-9F72-808B479E370B}"/>
                </a:ext>
              </a:extLst>
            </p:cNvPr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643;p3">
              <a:extLst>
                <a:ext uri="{FF2B5EF4-FFF2-40B4-BE49-F238E27FC236}">
                  <a16:creationId xmlns:a16="http://schemas.microsoft.com/office/drawing/2014/main" id="{04944228-9B4B-1DB4-4046-85B6130FE9D7}"/>
                </a:ext>
              </a:extLst>
            </p:cNvPr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644;p3">
              <a:extLst>
                <a:ext uri="{FF2B5EF4-FFF2-40B4-BE49-F238E27FC236}">
                  <a16:creationId xmlns:a16="http://schemas.microsoft.com/office/drawing/2014/main" id="{36EDF182-9B0A-E858-EE35-DB94E096486A}"/>
                </a:ext>
              </a:extLst>
            </p:cNvPr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645;p3">
              <a:extLst>
                <a:ext uri="{FF2B5EF4-FFF2-40B4-BE49-F238E27FC236}">
                  <a16:creationId xmlns:a16="http://schemas.microsoft.com/office/drawing/2014/main" id="{6ED6E0F4-1B1B-43C1-EAAD-6BF7FC1864E4}"/>
                </a:ext>
              </a:extLst>
            </p:cNvPr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646;p3">
              <a:extLst>
                <a:ext uri="{FF2B5EF4-FFF2-40B4-BE49-F238E27FC236}">
                  <a16:creationId xmlns:a16="http://schemas.microsoft.com/office/drawing/2014/main" id="{553278E8-3605-4898-142B-F36BAE7A9DAB}"/>
                </a:ext>
              </a:extLst>
            </p:cNvPr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647;p3">
              <a:extLst>
                <a:ext uri="{FF2B5EF4-FFF2-40B4-BE49-F238E27FC236}">
                  <a16:creationId xmlns:a16="http://schemas.microsoft.com/office/drawing/2014/main" id="{68D72D71-AA88-247A-82EE-3C3607694873}"/>
                </a:ext>
              </a:extLst>
            </p:cNvPr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648;p3">
              <a:extLst>
                <a:ext uri="{FF2B5EF4-FFF2-40B4-BE49-F238E27FC236}">
                  <a16:creationId xmlns:a16="http://schemas.microsoft.com/office/drawing/2014/main" id="{C1467608-F017-EEE0-5446-A8F6FDA669EB}"/>
                </a:ext>
              </a:extLst>
            </p:cNvPr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649;p3">
              <a:extLst>
                <a:ext uri="{FF2B5EF4-FFF2-40B4-BE49-F238E27FC236}">
                  <a16:creationId xmlns:a16="http://schemas.microsoft.com/office/drawing/2014/main" id="{E7298BB1-3C51-CC5D-CD2E-0F3792563283}"/>
                </a:ext>
              </a:extLst>
            </p:cNvPr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650;p3">
              <a:extLst>
                <a:ext uri="{FF2B5EF4-FFF2-40B4-BE49-F238E27FC236}">
                  <a16:creationId xmlns:a16="http://schemas.microsoft.com/office/drawing/2014/main" id="{21A4DE62-C95D-1B2A-A468-437D61E58731}"/>
                </a:ext>
              </a:extLst>
            </p:cNvPr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651;p3">
              <a:extLst>
                <a:ext uri="{FF2B5EF4-FFF2-40B4-BE49-F238E27FC236}">
                  <a16:creationId xmlns:a16="http://schemas.microsoft.com/office/drawing/2014/main" id="{C6F741FB-4899-1118-D40F-A55240BA34DD}"/>
                </a:ext>
              </a:extLst>
            </p:cNvPr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652;p3">
              <a:extLst>
                <a:ext uri="{FF2B5EF4-FFF2-40B4-BE49-F238E27FC236}">
                  <a16:creationId xmlns:a16="http://schemas.microsoft.com/office/drawing/2014/main" id="{155F3AEF-0493-6BCD-DF34-EB799F536DAD}"/>
                </a:ext>
              </a:extLst>
            </p:cNvPr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653;p3">
              <a:extLst>
                <a:ext uri="{FF2B5EF4-FFF2-40B4-BE49-F238E27FC236}">
                  <a16:creationId xmlns:a16="http://schemas.microsoft.com/office/drawing/2014/main" id="{F435CFB8-5B68-6095-22A3-AAC8DE01ECE7}"/>
                </a:ext>
              </a:extLst>
            </p:cNvPr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654;p3">
              <a:extLst>
                <a:ext uri="{FF2B5EF4-FFF2-40B4-BE49-F238E27FC236}">
                  <a16:creationId xmlns:a16="http://schemas.microsoft.com/office/drawing/2014/main" id="{1FAFBBF4-C0C9-A173-D576-511C29A58E36}"/>
                </a:ext>
              </a:extLst>
            </p:cNvPr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655;p3">
              <a:extLst>
                <a:ext uri="{FF2B5EF4-FFF2-40B4-BE49-F238E27FC236}">
                  <a16:creationId xmlns:a16="http://schemas.microsoft.com/office/drawing/2014/main" id="{49D8707D-E41D-8228-E7D2-CF81D43399D8}"/>
                </a:ext>
              </a:extLst>
            </p:cNvPr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656;p3">
              <a:extLst>
                <a:ext uri="{FF2B5EF4-FFF2-40B4-BE49-F238E27FC236}">
                  <a16:creationId xmlns:a16="http://schemas.microsoft.com/office/drawing/2014/main" id="{6CD3DCDE-B14C-452F-725B-19D8064000F9}"/>
                </a:ext>
              </a:extLst>
            </p:cNvPr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657;p3">
              <a:extLst>
                <a:ext uri="{FF2B5EF4-FFF2-40B4-BE49-F238E27FC236}">
                  <a16:creationId xmlns:a16="http://schemas.microsoft.com/office/drawing/2014/main" id="{F40AD670-65CE-A02F-2817-F12E29AD3411}"/>
                </a:ext>
              </a:extLst>
            </p:cNvPr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658;p3">
              <a:extLst>
                <a:ext uri="{FF2B5EF4-FFF2-40B4-BE49-F238E27FC236}">
                  <a16:creationId xmlns:a16="http://schemas.microsoft.com/office/drawing/2014/main" id="{FFD08DD4-DAC6-C35B-B223-DAC50E051F72}"/>
                </a:ext>
              </a:extLst>
            </p:cNvPr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659;p3">
              <a:extLst>
                <a:ext uri="{FF2B5EF4-FFF2-40B4-BE49-F238E27FC236}">
                  <a16:creationId xmlns:a16="http://schemas.microsoft.com/office/drawing/2014/main" id="{0F027AAD-6E88-3E55-C144-1CF578270C5E}"/>
                </a:ext>
              </a:extLst>
            </p:cNvPr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660;p3">
              <a:extLst>
                <a:ext uri="{FF2B5EF4-FFF2-40B4-BE49-F238E27FC236}">
                  <a16:creationId xmlns:a16="http://schemas.microsoft.com/office/drawing/2014/main" id="{77E87B58-FCAF-D9FD-D735-E8C5D73B58E9}"/>
                </a:ext>
              </a:extLst>
            </p:cNvPr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661;p3">
              <a:extLst>
                <a:ext uri="{FF2B5EF4-FFF2-40B4-BE49-F238E27FC236}">
                  <a16:creationId xmlns:a16="http://schemas.microsoft.com/office/drawing/2014/main" id="{036F3333-4D54-703C-F0E0-6269A7609BC3}"/>
                </a:ext>
              </a:extLst>
            </p:cNvPr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662;p3">
              <a:extLst>
                <a:ext uri="{FF2B5EF4-FFF2-40B4-BE49-F238E27FC236}">
                  <a16:creationId xmlns:a16="http://schemas.microsoft.com/office/drawing/2014/main" id="{0D5373FD-6465-E86F-CFC8-721070FAFED3}"/>
                </a:ext>
              </a:extLst>
            </p:cNvPr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663;p3">
              <a:extLst>
                <a:ext uri="{FF2B5EF4-FFF2-40B4-BE49-F238E27FC236}">
                  <a16:creationId xmlns:a16="http://schemas.microsoft.com/office/drawing/2014/main" id="{5F6CFA76-5F39-DF36-0025-265577FEFE72}"/>
                </a:ext>
              </a:extLst>
            </p:cNvPr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664;p3">
              <a:extLst>
                <a:ext uri="{FF2B5EF4-FFF2-40B4-BE49-F238E27FC236}">
                  <a16:creationId xmlns:a16="http://schemas.microsoft.com/office/drawing/2014/main" id="{7FFA53C2-2222-3909-69E2-6BEF325659C9}"/>
                </a:ext>
              </a:extLst>
            </p:cNvPr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665;p3">
              <a:extLst>
                <a:ext uri="{FF2B5EF4-FFF2-40B4-BE49-F238E27FC236}">
                  <a16:creationId xmlns:a16="http://schemas.microsoft.com/office/drawing/2014/main" id="{06FA3020-24C0-9E5B-C635-6A7A5FBC5633}"/>
                </a:ext>
              </a:extLst>
            </p:cNvPr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666;p3">
              <a:extLst>
                <a:ext uri="{FF2B5EF4-FFF2-40B4-BE49-F238E27FC236}">
                  <a16:creationId xmlns:a16="http://schemas.microsoft.com/office/drawing/2014/main" id="{DA3D7433-F956-6953-ECAA-C4C09CB39BE0}"/>
                </a:ext>
              </a:extLst>
            </p:cNvPr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667;p3">
              <a:extLst>
                <a:ext uri="{FF2B5EF4-FFF2-40B4-BE49-F238E27FC236}">
                  <a16:creationId xmlns:a16="http://schemas.microsoft.com/office/drawing/2014/main" id="{94AC32F7-71CE-7291-48AD-37689E93287C}"/>
                </a:ext>
              </a:extLst>
            </p:cNvPr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668;p3">
              <a:extLst>
                <a:ext uri="{FF2B5EF4-FFF2-40B4-BE49-F238E27FC236}">
                  <a16:creationId xmlns:a16="http://schemas.microsoft.com/office/drawing/2014/main" id="{59A2A667-A9B5-A67E-F951-00570569753E}"/>
                </a:ext>
              </a:extLst>
            </p:cNvPr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669;p3">
              <a:extLst>
                <a:ext uri="{FF2B5EF4-FFF2-40B4-BE49-F238E27FC236}">
                  <a16:creationId xmlns:a16="http://schemas.microsoft.com/office/drawing/2014/main" id="{92E54B53-D273-8ADC-F150-0ADE2D3D5A54}"/>
                </a:ext>
              </a:extLst>
            </p:cNvPr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670;p3">
              <a:extLst>
                <a:ext uri="{FF2B5EF4-FFF2-40B4-BE49-F238E27FC236}">
                  <a16:creationId xmlns:a16="http://schemas.microsoft.com/office/drawing/2014/main" id="{CC647C9A-B5AD-78F1-0C8F-A03A4F1BD90D}"/>
                </a:ext>
              </a:extLst>
            </p:cNvPr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671;p3">
              <a:extLst>
                <a:ext uri="{FF2B5EF4-FFF2-40B4-BE49-F238E27FC236}">
                  <a16:creationId xmlns:a16="http://schemas.microsoft.com/office/drawing/2014/main" id="{3477F9EE-83BD-35F9-3CA5-F20421A3FB75}"/>
                </a:ext>
              </a:extLst>
            </p:cNvPr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672;p3">
              <a:extLst>
                <a:ext uri="{FF2B5EF4-FFF2-40B4-BE49-F238E27FC236}">
                  <a16:creationId xmlns:a16="http://schemas.microsoft.com/office/drawing/2014/main" id="{590EA6F4-1F8B-C7B7-FAC8-BE531B94D680}"/>
                </a:ext>
              </a:extLst>
            </p:cNvPr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673;p3">
              <a:extLst>
                <a:ext uri="{FF2B5EF4-FFF2-40B4-BE49-F238E27FC236}">
                  <a16:creationId xmlns:a16="http://schemas.microsoft.com/office/drawing/2014/main" id="{A914F55C-729E-1443-4596-B3306B849A56}"/>
                </a:ext>
              </a:extLst>
            </p:cNvPr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674;p3">
              <a:extLst>
                <a:ext uri="{FF2B5EF4-FFF2-40B4-BE49-F238E27FC236}">
                  <a16:creationId xmlns:a16="http://schemas.microsoft.com/office/drawing/2014/main" id="{FEEA3E95-E120-F071-30D4-A4188C72D3A9}"/>
                </a:ext>
              </a:extLst>
            </p:cNvPr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675;p3">
              <a:extLst>
                <a:ext uri="{FF2B5EF4-FFF2-40B4-BE49-F238E27FC236}">
                  <a16:creationId xmlns:a16="http://schemas.microsoft.com/office/drawing/2014/main" id="{6D3E5D2E-2123-42B7-29FC-8C99B95D5179}"/>
                </a:ext>
              </a:extLst>
            </p:cNvPr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676;p3">
              <a:extLst>
                <a:ext uri="{FF2B5EF4-FFF2-40B4-BE49-F238E27FC236}">
                  <a16:creationId xmlns:a16="http://schemas.microsoft.com/office/drawing/2014/main" id="{040826E3-E23D-DE71-46D5-D31794FA8862}"/>
                </a:ext>
              </a:extLst>
            </p:cNvPr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677;p3">
              <a:extLst>
                <a:ext uri="{FF2B5EF4-FFF2-40B4-BE49-F238E27FC236}">
                  <a16:creationId xmlns:a16="http://schemas.microsoft.com/office/drawing/2014/main" id="{05E1ED10-4AA5-B1BD-6EF1-8AB6DAEA6C2D}"/>
                </a:ext>
              </a:extLst>
            </p:cNvPr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678;p3">
              <a:extLst>
                <a:ext uri="{FF2B5EF4-FFF2-40B4-BE49-F238E27FC236}">
                  <a16:creationId xmlns:a16="http://schemas.microsoft.com/office/drawing/2014/main" id="{B9D81657-AF13-3A60-D9A5-8B1A5CED2F4A}"/>
                </a:ext>
              </a:extLst>
            </p:cNvPr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679;p3">
              <a:extLst>
                <a:ext uri="{FF2B5EF4-FFF2-40B4-BE49-F238E27FC236}">
                  <a16:creationId xmlns:a16="http://schemas.microsoft.com/office/drawing/2014/main" id="{E0167CAC-0D48-10DE-AB05-C6858BD874C4}"/>
                </a:ext>
              </a:extLst>
            </p:cNvPr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680;p3">
              <a:extLst>
                <a:ext uri="{FF2B5EF4-FFF2-40B4-BE49-F238E27FC236}">
                  <a16:creationId xmlns:a16="http://schemas.microsoft.com/office/drawing/2014/main" id="{672207AD-4FD4-9308-2FD0-0B98DCCF382F}"/>
                </a:ext>
              </a:extLst>
            </p:cNvPr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681;p3">
              <a:extLst>
                <a:ext uri="{FF2B5EF4-FFF2-40B4-BE49-F238E27FC236}">
                  <a16:creationId xmlns:a16="http://schemas.microsoft.com/office/drawing/2014/main" id="{204E37C0-B7F9-12CC-F371-CEBD141AA6C4}"/>
                </a:ext>
              </a:extLst>
            </p:cNvPr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682;p3">
              <a:extLst>
                <a:ext uri="{FF2B5EF4-FFF2-40B4-BE49-F238E27FC236}">
                  <a16:creationId xmlns:a16="http://schemas.microsoft.com/office/drawing/2014/main" id="{29110340-5F34-C70C-7945-C01BB505415B}"/>
                </a:ext>
              </a:extLst>
            </p:cNvPr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683;p3">
              <a:extLst>
                <a:ext uri="{FF2B5EF4-FFF2-40B4-BE49-F238E27FC236}">
                  <a16:creationId xmlns:a16="http://schemas.microsoft.com/office/drawing/2014/main" id="{AB2603CA-FD3E-D218-D830-DEED77BF7FD0}"/>
                </a:ext>
              </a:extLst>
            </p:cNvPr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684;p3">
              <a:extLst>
                <a:ext uri="{FF2B5EF4-FFF2-40B4-BE49-F238E27FC236}">
                  <a16:creationId xmlns:a16="http://schemas.microsoft.com/office/drawing/2014/main" id="{BF26C442-BBEB-9F98-CE4B-8D9352048DD7}"/>
                </a:ext>
              </a:extLst>
            </p:cNvPr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685;p3">
              <a:extLst>
                <a:ext uri="{FF2B5EF4-FFF2-40B4-BE49-F238E27FC236}">
                  <a16:creationId xmlns:a16="http://schemas.microsoft.com/office/drawing/2014/main" id="{2C0F529E-E3D9-9DA9-5A32-5EAF3845382D}"/>
                </a:ext>
              </a:extLst>
            </p:cNvPr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686;p3">
              <a:extLst>
                <a:ext uri="{FF2B5EF4-FFF2-40B4-BE49-F238E27FC236}">
                  <a16:creationId xmlns:a16="http://schemas.microsoft.com/office/drawing/2014/main" id="{59EF9273-8613-B388-F01C-888B44F07E59}"/>
                </a:ext>
              </a:extLst>
            </p:cNvPr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687;p3">
              <a:extLst>
                <a:ext uri="{FF2B5EF4-FFF2-40B4-BE49-F238E27FC236}">
                  <a16:creationId xmlns:a16="http://schemas.microsoft.com/office/drawing/2014/main" id="{3F38DF81-4FAB-85D5-64D6-B054F91760CF}"/>
                </a:ext>
              </a:extLst>
            </p:cNvPr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688;p3">
              <a:extLst>
                <a:ext uri="{FF2B5EF4-FFF2-40B4-BE49-F238E27FC236}">
                  <a16:creationId xmlns:a16="http://schemas.microsoft.com/office/drawing/2014/main" id="{1B436DE9-DBB3-7D65-FFE2-71F047D1E335}"/>
                </a:ext>
              </a:extLst>
            </p:cNvPr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689;p3">
              <a:extLst>
                <a:ext uri="{FF2B5EF4-FFF2-40B4-BE49-F238E27FC236}">
                  <a16:creationId xmlns:a16="http://schemas.microsoft.com/office/drawing/2014/main" id="{FDBBDD61-228D-4FD1-4859-A9E845B124E9}"/>
                </a:ext>
              </a:extLst>
            </p:cNvPr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690;p3">
              <a:extLst>
                <a:ext uri="{FF2B5EF4-FFF2-40B4-BE49-F238E27FC236}">
                  <a16:creationId xmlns:a16="http://schemas.microsoft.com/office/drawing/2014/main" id="{0BCB740E-1C4B-391C-315B-1B18BCEBCFCE}"/>
                </a:ext>
              </a:extLst>
            </p:cNvPr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691;p3">
              <a:extLst>
                <a:ext uri="{FF2B5EF4-FFF2-40B4-BE49-F238E27FC236}">
                  <a16:creationId xmlns:a16="http://schemas.microsoft.com/office/drawing/2014/main" id="{5C62E186-08EB-28F5-20DB-7DC936A928A9}"/>
                </a:ext>
              </a:extLst>
            </p:cNvPr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692;p3">
              <a:extLst>
                <a:ext uri="{FF2B5EF4-FFF2-40B4-BE49-F238E27FC236}">
                  <a16:creationId xmlns:a16="http://schemas.microsoft.com/office/drawing/2014/main" id="{A5F899DE-FB3B-E0DD-43F0-22F0F62FE970}"/>
                </a:ext>
              </a:extLst>
            </p:cNvPr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693;p3">
              <a:extLst>
                <a:ext uri="{FF2B5EF4-FFF2-40B4-BE49-F238E27FC236}">
                  <a16:creationId xmlns:a16="http://schemas.microsoft.com/office/drawing/2014/main" id="{E739AFD1-2904-D501-69AA-6BF54108141C}"/>
                </a:ext>
              </a:extLst>
            </p:cNvPr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694;p3">
              <a:extLst>
                <a:ext uri="{FF2B5EF4-FFF2-40B4-BE49-F238E27FC236}">
                  <a16:creationId xmlns:a16="http://schemas.microsoft.com/office/drawing/2014/main" id="{F94AD9F1-2322-7857-159A-3021D6769937}"/>
                </a:ext>
              </a:extLst>
            </p:cNvPr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695;p3">
              <a:extLst>
                <a:ext uri="{FF2B5EF4-FFF2-40B4-BE49-F238E27FC236}">
                  <a16:creationId xmlns:a16="http://schemas.microsoft.com/office/drawing/2014/main" id="{52C4798D-652C-1C45-DFF0-E949F1430205}"/>
                </a:ext>
              </a:extLst>
            </p:cNvPr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696;p3">
              <a:extLst>
                <a:ext uri="{FF2B5EF4-FFF2-40B4-BE49-F238E27FC236}">
                  <a16:creationId xmlns:a16="http://schemas.microsoft.com/office/drawing/2014/main" id="{543D0B2D-F9CE-17EF-B621-0B9768912EED}"/>
                </a:ext>
              </a:extLst>
            </p:cNvPr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697;p3">
              <a:extLst>
                <a:ext uri="{FF2B5EF4-FFF2-40B4-BE49-F238E27FC236}">
                  <a16:creationId xmlns:a16="http://schemas.microsoft.com/office/drawing/2014/main" id="{DEB2D51B-3AF6-8AFC-8687-FABA9D368C6E}"/>
                </a:ext>
              </a:extLst>
            </p:cNvPr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698;p3">
              <a:extLst>
                <a:ext uri="{FF2B5EF4-FFF2-40B4-BE49-F238E27FC236}">
                  <a16:creationId xmlns:a16="http://schemas.microsoft.com/office/drawing/2014/main" id="{1A713E8C-0620-4B36-7823-C36B6070CD1F}"/>
                </a:ext>
              </a:extLst>
            </p:cNvPr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699;p3">
              <a:extLst>
                <a:ext uri="{FF2B5EF4-FFF2-40B4-BE49-F238E27FC236}">
                  <a16:creationId xmlns:a16="http://schemas.microsoft.com/office/drawing/2014/main" id="{AD4F761C-488E-3CF7-9578-473ECAC78D99}"/>
                </a:ext>
              </a:extLst>
            </p:cNvPr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700;p3">
              <a:extLst>
                <a:ext uri="{FF2B5EF4-FFF2-40B4-BE49-F238E27FC236}">
                  <a16:creationId xmlns:a16="http://schemas.microsoft.com/office/drawing/2014/main" id="{68F7A14D-646F-957E-665F-9AB83DAE462A}"/>
                </a:ext>
              </a:extLst>
            </p:cNvPr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701;p3">
              <a:extLst>
                <a:ext uri="{FF2B5EF4-FFF2-40B4-BE49-F238E27FC236}">
                  <a16:creationId xmlns:a16="http://schemas.microsoft.com/office/drawing/2014/main" id="{33069034-2A2F-D902-B635-695C088016FE}"/>
                </a:ext>
              </a:extLst>
            </p:cNvPr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702;p3">
              <a:extLst>
                <a:ext uri="{FF2B5EF4-FFF2-40B4-BE49-F238E27FC236}">
                  <a16:creationId xmlns:a16="http://schemas.microsoft.com/office/drawing/2014/main" id="{3299C20B-E1A0-DB5A-0A43-8BFE93F1815C}"/>
                </a:ext>
              </a:extLst>
            </p:cNvPr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703;p3">
              <a:extLst>
                <a:ext uri="{FF2B5EF4-FFF2-40B4-BE49-F238E27FC236}">
                  <a16:creationId xmlns:a16="http://schemas.microsoft.com/office/drawing/2014/main" id="{F64C4B9B-4F9C-5A7E-1E9B-19A10017F151}"/>
                </a:ext>
              </a:extLst>
            </p:cNvPr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704;p3">
              <a:extLst>
                <a:ext uri="{FF2B5EF4-FFF2-40B4-BE49-F238E27FC236}">
                  <a16:creationId xmlns:a16="http://schemas.microsoft.com/office/drawing/2014/main" id="{4CB879BA-F37B-FBDB-4986-D6412FBE36DE}"/>
                </a:ext>
              </a:extLst>
            </p:cNvPr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705;p3">
              <a:extLst>
                <a:ext uri="{FF2B5EF4-FFF2-40B4-BE49-F238E27FC236}">
                  <a16:creationId xmlns:a16="http://schemas.microsoft.com/office/drawing/2014/main" id="{B5D24259-B0C6-311F-B18F-D88B39D44706}"/>
                </a:ext>
              </a:extLst>
            </p:cNvPr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706;p3">
              <a:extLst>
                <a:ext uri="{FF2B5EF4-FFF2-40B4-BE49-F238E27FC236}">
                  <a16:creationId xmlns:a16="http://schemas.microsoft.com/office/drawing/2014/main" id="{FD4150B1-79E9-F6F5-C5E5-63993172C676}"/>
                </a:ext>
              </a:extLst>
            </p:cNvPr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707;p3">
              <a:extLst>
                <a:ext uri="{FF2B5EF4-FFF2-40B4-BE49-F238E27FC236}">
                  <a16:creationId xmlns:a16="http://schemas.microsoft.com/office/drawing/2014/main" id="{D3896547-2695-5830-7D66-27D7B37906D2}"/>
                </a:ext>
              </a:extLst>
            </p:cNvPr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708;p3">
              <a:extLst>
                <a:ext uri="{FF2B5EF4-FFF2-40B4-BE49-F238E27FC236}">
                  <a16:creationId xmlns:a16="http://schemas.microsoft.com/office/drawing/2014/main" id="{E73AE755-B7EB-A200-41C8-490C81A4EBC2}"/>
                </a:ext>
              </a:extLst>
            </p:cNvPr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709;p3">
              <a:extLst>
                <a:ext uri="{FF2B5EF4-FFF2-40B4-BE49-F238E27FC236}">
                  <a16:creationId xmlns:a16="http://schemas.microsoft.com/office/drawing/2014/main" id="{8943B14F-5199-C400-2457-509D234ACA23}"/>
                </a:ext>
              </a:extLst>
            </p:cNvPr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710;p3">
              <a:extLst>
                <a:ext uri="{FF2B5EF4-FFF2-40B4-BE49-F238E27FC236}">
                  <a16:creationId xmlns:a16="http://schemas.microsoft.com/office/drawing/2014/main" id="{244DB8BD-3A5A-E043-6808-B9ACF94EE044}"/>
                </a:ext>
              </a:extLst>
            </p:cNvPr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711;p3">
              <a:extLst>
                <a:ext uri="{FF2B5EF4-FFF2-40B4-BE49-F238E27FC236}">
                  <a16:creationId xmlns:a16="http://schemas.microsoft.com/office/drawing/2014/main" id="{1A866CFB-F329-1366-CAC4-CC819702728F}"/>
                </a:ext>
              </a:extLst>
            </p:cNvPr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712;p3">
              <a:extLst>
                <a:ext uri="{FF2B5EF4-FFF2-40B4-BE49-F238E27FC236}">
                  <a16:creationId xmlns:a16="http://schemas.microsoft.com/office/drawing/2014/main" id="{977344A6-4B62-EFD9-5696-1075AA0AF2D0}"/>
                </a:ext>
              </a:extLst>
            </p:cNvPr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713;p3">
              <a:extLst>
                <a:ext uri="{FF2B5EF4-FFF2-40B4-BE49-F238E27FC236}">
                  <a16:creationId xmlns:a16="http://schemas.microsoft.com/office/drawing/2014/main" id="{98DAABC8-97D4-9CEC-EF74-6B08B7BE2909}"/>
                </a:ext>
              </a:extLst>
            </p:cNvPr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714;p3">
              <a:extLst>
                <a:ext uri="{FF2B5EF4-FFF2-40B4-BE49-F238E27FC236}">
                  <a16:creationId xmlns:a16="http://schemas.microsoft.com/office/drawing/2014/main" id="{AA4CC36F-89F8-0CFF-CC22-009441BAB53D}"/>
                </a:ext>
              </a:extLst>
            </p:cNvPr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715;p3">
              <a:extLst>
                <a:ext uri="{FF2B5EF4-FFF2-40B4-BE49-F238E27FC236}">
                  <a16:creationId xmlns:a16="http://schemas.microsoft.com/office/drawing/2014/main" id="{282F7019-0FCE-E2DE-4D25-1DD97D678C9A}"/>
                </a:ext>
              </a:extLst>
            </p:cNvPr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716;p3">
              <a:extLst>
                <a:ext uri="{FF2B5EF4-FFF2-40B4-BE49-F238E27FC236}">
                  <a16:creationId xmlns:a16="http://schemas.microsoft.com/office/drawing/2014/main" id="{339BD58E-9BC7-4EC8-739D-9A3A0DBB482E}"/>
                </a:ext>
              </a:extLst>
            </p:cNvPr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717;p3">
              <a:extLst>
                <a:ext uri="{FF2B5EF4-FFF2-40B4-BE49-F238E27FC236}">
                  <a16:creationId xmlns:a16="http://schemas.microsoft.com/office/drawing/2014/main" id="{15213567-F658-AC07-556E-4CB283DFCCEA}"/>
                </a:ext>
              </a:extLst>
            </p:cNvPr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718;p3">
              <a:extLst>
                <a:ext uri="{FF2B5EF4-FFF2-40B4-BE49-F238E27FC236}">
                  <a16:creationId xmlns:a16="http://schemas.microsoft.com/office/drawing/2014/main" id="{DF0CB950-5336-16B3-F72C-77C44AC4C38F}"/>
                </a:ext>
              </a:extLst>
            </p:cNvPr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719;p3">
              <a:extLst>
                <a:ext uri="{FF2B5EF4-FFF2-40B4-BE49-F238E27FC236}">
                  <a16:creationId xmlns:a16="http://schemas.microsoft.com/office/drawing/2014/main" id="{3A022930-4D31-744D-B23B-8BE1A44BDC07}"/>
                </a:ext>
              </a:extLst>
            </p:cNvPr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720;p3">
              <a:extLst>
                <a:ext uri="{FF2B5EF4-FFF2-40B4-BE49-F238E27FC236}">
                  <a16:creationId xmlns:a16="http://schemas.microsoft.com/office/drawing/2014/main" id="{3E2FDB96-E01B-949D-0070-D73AB2BA646C}"/>
                </a:ext>
              </a:extLst>
            </p:cNvPr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721;p3">
              <a:extLst>
                <a:ext uri="{FF2B5EF4-FFF2-40B4-BE49-F238E27FC236}">
                  <a16:creationId xmlns:a16="http://schemas.microsoft.com/office/drawing/2014/main" id="{ED056EA7-A545-C84A-2876-83D372454359}"/>
                </a:ext>
              </a:extLst>
            </p:cNvPr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722;p3">
              <a:extLst>
                <a:ext uri="{FF2B5EF4-FFF2-40B4-BE49-F238E27FC236}">
                  <a16:creationId xmlns:a16="http://schemas.microsoft.com/office/drawing/2014/main" id="{6E530409-4A13-E12B-7DC7-6DA7568EBC68}"/>
                </a:ext>
              </a:extLst>
            </p:cNvPr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723;p3">
              <a:extLst>
                <a:ext uri="{FF2B5EF4-FFF2-40B4-BE49-F238E27FC236}">
                  <a16:creationId xmlns:a16="http://schemas.microsoft.com/office/drawing/2014/main" id="{DA44FB01-70B8-9F56-F13F-66C9AD3B672B}"/>
                </a:ext>
              </a:extLst>
            </p:cNvPr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724;p3">
              <a:extLst>
                <a:ext uri="{FF2B5EF4-FFF2-40B4-BE49-F238E27FC236}">
                  <a16:creationId xmlns:a16="http://schemas.microsoft.com/office/drawing/2014/main" id="{C3C6D41A-B8F6-CCC7-B26F-9AFD0F410632}"/>
                </a:ext>
              </a:extLst>
            </p:cNvPr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725;p3">
              <a:extLst>
                <a:ext uri="{FF2B5EF4-FFF2-40B4-BE49-F238E27FC236}">
                  <a16:creationId xmlns:a16="http://schemas.microsoft.com/office/drawing/2014/main" id="{8F48EE2D-B275-D6A6-2646-A666905462CB}"/>
                </a:ext>
              </a:extLst>
            </p:cNvPr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726;p3">
              <a:extLst>
                <a:ext uri="{FF2B5EF4-FFF2-40B4-BE49-F238E27FC236}">
                  <a16:creationId xmlns:a16="http://schemas.microsoft.com/office/drawing/2014/main" id="{232D5C45-4EE1-B33E-820E-B074E521C2EA}"/>
                </a:ext>
              </a:extLst>
            </p:cNvPr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727;p3">
              <a:extLst>
                <a:ext uri="{FF2B5EF4-FFF2-40B4-BE49-F238E27FC236}">
                  <a16:creationId xmlns:a16="http://schemas.microsoft.com/office/drawing/2014/main" id="{41D0244E-FD18-C4FC-2E97-8EF7925F86AF}"/>
                </a:ext>
              </a:extLst>
            </p:cNvPr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728;p3">
              <a:extLst>
                <a:ext uri="{FF2B5EF4-FFF2-40B4-BE49-F238E27FC236}">
                  <a16:creationId xmlns:a16="http://schemas.microsoft.com/office/drawing/2014/main" id="{D154BBD3-93CB-0DD6-7E9B-A56E7487CCC0}"/>
                </a:ext>
              </a:extLst>
            </p:cNvPr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729;p3">
              <a:extLst>
                <a:ext uri="{FF2B5EF4-FFF2-40B4-BE49-F238E27FC236}">
                  <a16:creationId xmlns:a16="http://schemas.microsoft.com/office/drawing/2014/main" id="{D7607355-49E0-41FA-A3DE-11087D7008CA}"/>
                </a:ext>
              </a:extLst>
            </p:cNvPr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205" name="Google Shape;730;p3">
            <a:extLst>
              <a:ext uri="{FF2B5EF4-FFF2-40B4-BE49-F238E27FC236}">
                <a16:creationId xmlns:a16="http://schemas.microsoft.com/office/drawing/2014/main" id="{804D0F35-DF08-92DE-DC3D-1C92149ACA37}"/>
              </a:ext>
            </a:extLst>
          </p:cNvPr>
          <p:cNvGrpSpPr/>
          <p:nvPr userDrawn="1"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206" name="Google Shape;731;p3">
              <a:extLst>
                <a:ext uri="{FF2B5EF4-FFF2-40B4-BE49-F238E27FC236}">
                  <a16:creationId xmlns:a16="http://schemas.microsoft.com/office/drawing/2014/main" id="{577D2743-DB23-4EE4-4A87-831863F06B65}"/>
                </a:ext>
              </a:extLst>
            </p:cNvPr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732;p3">
              <a:extLst>
                <a:ext uri="{FF2B5EF4-FFF2-40B4-BE49-F238E27FC236}">
                  <a16:creationId xmlns:a16="http://schemas.microsoft.com/office/drawing/2014/main" id="{85917289-BEF6-2ACD-B2AC-8C0D3F4F691B}"/>
                </a:ext>
              </a:extLst>
            </p:cNvPr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733;p3">
              <a:extLst>
                <a:ext uri="{FF2B5EF4-FFF2-40B4-BE49-F238E27FC236}">
                  <a16:creationId xmlns:a16="http://schemas.microsoft.com/office/drawing/2014/main" id="{7DDB6960-669B-E3C3-7635-64EC4E73D5B9}"/>
                </a:ext>
              </a:extLst>
            </p:cNvPr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734;p3">
              <a:extLst>
                <a:ext uri="{FF2B5EF4-FFF2-40B4-BE49-F238E27FC236}">
                  <a16:creationId xmlns:a16="http://schemas.microsoft.com/office/drawing/2014/main" id="{3CB5F4DA-2850-3F4B-9074-A173E375E2B5}"/>
                </a:ext>
              </a:extLst>
            </p:cNvPr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735;p3">
              <a:extLst>
                <a:ext uri="{FF2B5EF4-FFF2-40B4-BE49-F238E27FC236}">
                  <a16:creationId xmlns:a16="http://schemas.microsoft.com/office/drawing/2014/main" id="{255C0704-3B8F-9424-0865-B973AEADB09A}"/>
                </a:ext>
              </a:extLst>
            </p:cNvPr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736;p3">
              <a:extLst>
                <a:ext uri="{FF2B5EF4-FFF2-40B4-BE49-F238E27FC236}">
                  <a16:creationId xmlns:a16="http://schemas.microsoft.com/office/drawing/2014/main" id="{83DAA479-FADA-D9C1-A04E-C9A0AD1F46A7}"/>
                </a:ext>
              </a:extLst>
            </p:cNvPr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737;p3">
              <a:extLst>
                <a:ext uri="{FF2B5EF4-FFF2-40B4-BE49-F238E27FC236}">
                  <a16:creationId xmlns:a16="http://schemas.microsoft.com/office/drawing/2014/main" id="{E883744B-B2F4-F7CA-DE76-289281493226}"/>
                </a:ext>
              </a:extLst>
            </p:cNvPr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738;p3">
              <a:extLst>
                <a:ext uri="{FF2B5EF4-FFF2-40B4-BE49-F238E27FC236}">
                  <a16:creationId xmlns:a16="http://schemas.microsoft.com/office/drawing/2014/main" id="{656FB9E3-C773-5D5D-F04D-7DE6E4EE252F}"/>
                </a:ext>
              </a:extLst>
            </p:cNvPr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739;p3">
              <a:extLst>
                <a:ext uri="{FF2B5EF4-FFF2-40B4-BE49-F238E27FC236}">
                  <a16:creationId xmlns:a16="http://schemas.microsoft.com/office/drawing/2014/main" id="{BE627BEF-C26A-2C53-6FF2-256D50E0F23A}"/>
                </a:ext>
              </a:extLst>
            </p:cNvPr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740;p3">
              <a:extLst>
                <a:ext uri="{FF2B5EF4-FFF2-40B4-BE49-F238E27FC236}">
                  <a16:creationId xmlns:a16="http://schemas.microsoft.com/office/drawing/2014/main" id="{CA7BB53B-2D2F-63DC-6B0C-6C8E1E8672AE}"/>
                </a:ext>
              </a:extLst>
            </p:cNvPr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741;p3">
              <a:extLst>
                <a:ext uri="{FF2B5EF4-FFF2-40B4-BE49-F238E27FC236}">
                  <a16:creationId xmlns:a16="http://schemas.microsoft.com/office/drawing/2014/main" id="{3AE0BD9F-8B8E-4F8F-A19F-D9B357D23828}"/>
                </a:ext>
              </a:extLst>
            </p:cNvPr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742;p3">
              <a:extLst>
                <a:ext uri="{FF2B5EF4-FFF2-40B4-BE49-F238E27FC236}">
                  <a16:creationId xmlns:a16="http://schemas.microsoft.com/office/drawing/2014/main" id="{AD457CE8-B17F-4500-7202-B57B5745599C}"/>
                </a:ext>
              </a:extLst>
            </p:cNvPr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743;p3">
              <a:extLst>
                <a:ext uri="{FF2B5EF4-FFF2-40B4-BE49-F238E27FC236}">
                  <a16:creationId xmlns:a16="http://schemas.microsoft.com/office/drawing/2014/main" id="{6783D8CB-6D0E-5839-BE59-EC16262D4F34}"/>
                </a:ext>
              </a:extLst>
            </p:cNvPr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744;p3">
              <a:extLst>
                <a:ext uri="{FF2B5EF4-FFF2-40B4-BE49-F238E27FC236}">
                  <a16:creationId xmlns:a16="http://schemas.microsoft.com/office/drawing/2014/main" id="{A3B40DE6-7151-4B0B-7248-432986493874}"/>
                </a:ext>
              </a:extLst>
            </p:cNvPr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745;p3">
              <a:extLst>
                <a:ext uri="{FF2B5EF4-FFF2-40B4-BE49-F238E27FC236}">
                  <a16:creationId xmlns:a16="http://schemas.microsoft.com/office/drawing/2014/main" id="{CA6F7F4C-E7DD-E7D9-9F30-964506DF2C87}"/>
                </a:ext>
              </a:extLst>
            </p:cNvPr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746;p3">
              <a:extLst>
                <a:ext uri="{FF2B5EF4-FFF2-40B4-BE49-F238E27FC236}">
                  <a16:creationId xmlns:a16="http://schemas.microsoft.com/office/drawing/2014/main" id="{65EEAD44-CC11-B39A-E808-B2DD5BE5D482}"/>
                </a:ext>
              </a:extLst>
            </p:cNvPr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747;p3">
              <a:extLst>
                <a:ext uri="{FF2B5EF4-FFF2-40B4-BE49-F238E27FC236}">
                  <a16:creationId xmlns:a16="http://schemas.microsoft.com/office/drawing/2014/main" id="{67F31CDA-3446-B884-4582-246C63754B51}"/>
                </a:ext>
              </a:extLst>
            </p:cNvPr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748;p3">
              <a:extLst>
                <a:ext uri="{FF2B5EF4-FFF2-40B4-BE49-F238E27FC236}">
                  <a16:creationId xmlns:a16="http://schemas.microsoft.com/office/drawing/2014/main" id="{B3F4736E-0177-C253-E661-8F91D21BC7C7}"/>
                </a:ext>
              </a:extLst>
            </p:cNvPr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749;p3">
              <a:extLst>
                <a:ext uri="{FF2B5EF4-FFF2-40B4-BE49-F238E27FC236}">
                  <a16:creationId xmlns:a16="http://schemas.microsoft.com/office/drawing/2014/main" id="{A190679D-F567-FEDC-359D-267B4DD3E445}"/>
                </a:ext>
              </a:extLst>
            </p:cNvPr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750;p3">
              <a:extLst>
                <a:ext uri="{FF2B5EF4-FFF2-40B4-BE49-F238E27FC236}">
                  <a16:creationId xmlns:a16="http://schemas.microsoft.com/office/drawing/2014/main" id="{1D16EA6C-88FF-C5DF-A422-14D73C21B115}"/>
                </a:ext>
              </a:extLst>
            </p:cNvPr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751;p3">
              <a:extLst>
                <a:ext uri="{FF2B5EF4-FFF2-40B4-BE49-F238E27FC236}">
                  <a16:creationId xmlns:a16="http://schemas.microsoft.com/office/drawing/2014/main" id="{B07423B2-4636-0458-5BA9-C89DCB150C8F}"/>
                </a:ext>
              </a:extLst>
            </p:cNvPr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752;p3">
              <a:extLst>
                <a:ext uri="{FF2B5EF4-FFF2-40B4-BE49-F238E27FC236}">
                  <a16:creationId xmlns:a16="http://schemas.microsoft.com/office/drawing/2014/main" id="{26F56683-4328-D4DB-1CD8-68DF325B0E1A}"/>
                </a:ext>
              </a:extLst>
            </p:cNvPr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753;p3">
              <a:extLst>
                <a:ext uri="{FF2B5EF4-FFF2-40B4-BE49-F238E27FC236}">
                  <a16:creationId xmlns:a16="http://schemas.microsoft.com/office/drawing/2014/main" id="{47222D25-7A6B-244D-B4AD-84B278DB32ED}"/>
                </a:ext>
              </a:extLst>
            </p:cNvPr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754;p3">
              <a:extLst>
                <a:ext uri="{FF2B5EF4-FFF2-40B4-BE49-F238E27FC236}">
                  <a16:creationId xmlns:a16="http://schemas.microsoft.com/office/drawing/2014/main" id="{98E390EB-296F-F7FF-8957-0489C7CDCA9F}"/>
                </a:ext>
              </a:extLst>
            </p:cNvPr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755;p3">
              <a:extLst>
                <a:ext uri="{FF2B5EF4-FFF2-40B4-BE49-F238E27FC236}">
                  <a16:creationId xmlns:a16="http://schemas.microsoft.com/office/drawing/2014/main" id="{4758ED6C-9114-96FE-A7D7-5E095DE0C1BD}"/>
                </a:ext>
              </a:extLst>
            </p:cNvPr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756;p3">
              <a:extLst>
                <a:ext uri="{FF2B5EF4-FFF2-40B4-BE49-F238E27FC236}">
                  <a16:creationId xmlns:a16="http://schemas.microsoft.com/office/drawing/2014/main" id="{D6375C74-2813-BAB7-167F-7C38765E08D6}"/>
                </a:ext>
              </a:extLst>
            </p:cNvPr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757;p3">
              <a:extLst>
                <a:ext uri="{FF2B5EF4-FFF2-40B4-BE49-F238E27FC236}">
                  <a16:creationId xmlns:a16="http://schemas.microsoft.com/office/drawing/2014/main" id="{9823D925-DB3A-767C-48D2-148B0AA4228C}"/>
                </a:ext>
              </a:extLst>
            </p:cNvPr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758;p3">
              <a:extLst>
                <a:ext uri="{FF2B5EF4-FFF2-40B4-BE49-F238E27FC236}">
                  <a16:creationId xmlns:a16="http://schemas.microsoft.com/office/drawing/2014/main" id="{3E3E1944-7D4C-A4CE-82E5-73B12069783C}"/>
                </a:ext>
              </a:extLst>
            </p:cNvPr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759;p3">
              <a:extLst>
                <a:ext uri="{FF2B5EF4-FFF2-40B4-BE49-F238E27FC236}">
                  <a16:creationId xmlns:a16="http://schemas.microsoft.com/office/drawing/2014/main" id="{452380C3-C717-0698-DBF2-A43F0E05FCE0}"/>
                </a:ext>
              </a:extLst>
            </p:cNvPr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760;p3">
              <a:extLst>
                <a:ext uri="{FF2B5EF4-FFF2-40B4-BE49-F238E27FC236}">
                  <a16:creationId xmlns:a16="http://schemas.microsoft.com/office/drawing/2014/main" id="{80760035-361B-3EC1-CE04-442AB2A0A609}"/>
                </a:ext>
              </a:extLst>
            </p:cNvPr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761;p3">
              <a:extLst>
                <a:ext uri="{FF2B5EF4-FFF2-40B4-BE49-F238E27FC236}">
                  <a16:creationId xmlns:a16="http://schemas.microsoft.com/office/drawing/2014/main" id="{BFAF4AA3-7533-11F0-6994-8CE11F8CED29}"/>
                </a:ext>
              </a:extLst>
            </p:cNvPr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762;p3">
              <a:extLst>
                <a:ext uri="{FF2B5EF4-FFF2-40B4-BE49-F238E27FC236}">
                  <a16:creationId xmlns:a16="http://schemas.microsoft.com/office/drawing/2014/main" id="{76FFFFD0-79DC-FC33-D0E1-01C8D00B225C}"/>
                </a:ext>
              </a:extLst>
            </p:cNvPr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763;p3">
              <a:extLst>
                <a:ext uri="{FF2B5EF4-FFF2-40B4-BE49-F238E27FC236}">
                  <a16:creationId xmlns:a16="http://schemas.microsoft.com/office/drawing/2014/main" id="{409D99EC-F010-FB09-C344-410E242D9FD9}"/>
                </a:ext>
              </a:extLst>
            </p:cNvPr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764;p3">
              <a:extLst>
                <a:ext uri="{FF2B5EF4-FFF2-40B4-BE49-F238E27FC236}">
                  <a16:creationId xmlns:a16="http://schemas.microsoft.com/office/drawing/2014/main" id="{A20784A4-39EA-E2CA-8D08-1ABBA85157E0}"/>
                </a:ext>
              </a:extLst>
            </p:cNvPr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765;p3">
              <a:extLst>
                <a:ext uri="{FF2B5EF4-FFF2-40B4-BE49-F238E27FC236}">
                  <a16:creationId xmlns:a16="http://schemas.microsoft.com/office/drawing/2014/main" id="{DA4DA3CA-65FA-7481-4628-A56A6B240AFE}"/>
                </a:ext>
              </a:extLst>
            </p:cNvPr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766;p3">
              <a:extLst>
                <a:ext uri="{FF2B5EF4-FFF2-40B4-BE49-F238E27FC236}">
                  <a16:creationId xmlns:a16="http://schemas.microsoft.com/office/drawing/2014/main" id="{FAC3B0E5-4281-D8B1-0756-6EC606F072ED}"/>
                </a:ext>
              </a:extLst>
            </p:cNvPr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767;p3">
              <a:extLst>
                <a:ext uri="{FF2B5EF4-FFF2-40B4-BE49-F238E27FC236}">
                  <a16:creationId xmlns:a16="http://schemas.microsoft.com/office/drawing/2014/main" id="{B841E704-B0FD-9F70-4342-B5BA5307C196}"/>
                </a:ext>
              </a:extLst>
            </p:cNvPr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768;p3">
              <a:extLst>
                <a:ext uri="{FF2B5EF4-FFF2-40B4-BE49-F238E27FC236}">
                  <a16:creationId xmlns:a16="http://schemas.microsoft.com/office/drawing/2014/main" id="{356D4F21-85FB-8445-5F33-DEAFBFA84AEC}"/>
                </a:ext>
              </a:extLst>
            </p:cNvPr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769;p3">
              <a:extLst>
                <a:ext uri="{FF2B5EF4-FFF2-40B4-BE49-F238E27FC236}">
                  <a16:creationId xmlns:a16="http://schemas.microsoft.com/office/drawing/2014/main" id="{FF6FC735-612C-B3DC-0324-C3BF2953E5F0}"/>
                </a:ext>
              </a:extLst>
            </p:cNvPr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770;p3">
              <a:extLst>
                <a:ext uri="{FF2B5EF4-FFF2-40B4-BE49-F238E27FC236}">
                  <a16:creationId xmlns:a16="http://schemas.microsoft.com/office/drawing/2014/main" id="{5D247B91-5E36-BBD1-3974-764E4FC0BBA9}"/>
                </a:ext>
              </a:extLst>
            </p:cNvPr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771;p3">
              <a:extLst>
                <a:ext uri="{FF2B5EF4-FFF2-40B4-BE49-F238E27FC236}">
                  <a16:creationId xmlns:a16="http://schemas.microsoft.com/office/drawing/2014/main" id="{2B8BE7F6-CD1E-A054-53F5-538EF530D3FD}"/>
                </a:ext>
              </a:extLst>
            </p:cNvPr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772;p3">
              <a:extLst>
                <a:ext uri="{FF2B5EF4-FFF2-40B4-BE49-F238E27FC236}">
                  <a16:creationId xmlns:a16="http://schemas.microsoft.com/office/drawing/2014/main" id="{17FDA30D-FFA0-0A5D-CA47-8B453FDFCE6F}"/>
                </a:ext>
              </a:extLst>
            </p:cNvPr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773;p3">
              <a:extLst>
                <a:ext uri="{FF2B5EF4-FFF2-40B4-BE49-F238E27FC236}">
                  <a16:creationId xmlns:a16="http://schemas.microsoft.com/office/drawing/2014/main" id="{C43EFD5B-B801-46FE-6828-5F912AAD9087}"/>
                </a:ext>
              </a:extLst>
            </p:cNvPr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774;p3">
              <a:extLst>
                <a:ext uri="{FF2B5EF4-FFF2-40B4-BE49-F238E27FC236}">
                  <a16:creationId xmlns:a16="http://schemas.microsoft.com/office/drawing/2014/main" id="{D027F047-0517-A082-B170-188A4D78BD82}"/>
                </a:ext>
              </a:extLst>
            </p:cNvPr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775;p3">
              <a:extLst>
                <a:ext uri="{FF2B5EF4-FFF2-40B4-BE49-F238E27FC236}">
                  <a16:creationId xmlns:a16="http://schemas.microsoft.com/office/drawing/2014/main" id="{DA02FDD0-F508-46CA-4BA6-969B394AA287}"/>
                </a:ext>
              </a:extLst>
            </p:cNvPr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776;p3">
              <a:extLst>
                <a:ext uri="{FF2B5EF4-FFF2-40B4-BE49-F238E27FC236}">
                  <a16:creationId xmlns:a16="http://schemas.microsoft.com/office/drawing/2014/main" id="{029E9C1D-EFEB-1A3D-9B7F-B3A79401274D}"/>
                </a:ext>
              </a:extLst>
            </p:cNvPr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777;p3">
              <a:extLst>
                <a:ext uri="{FF2B5EF4-FFF2-40B4-BE49-F238E27FC236}">
                  <a16:creationId xmlns:a16="http://schemas.microsoft.com/office/drawing/2014/main" id="{DFDAD29A-2055-C4BA-B8DA-480459BC24F2}"/>
                </a:ext>
              </a:extLst>
            </p:cNvPr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778;p3">
              <a:extLst>
                <a:ext uri="{FF2B5EF4-FFF2-40B4-BE49-F238E27FC236}">
                  <a16:creationId xmlns:a16="http://schemas.microsoft.com/office/drawing/2014/main" id="{3380263C-4FD2-078D-1F45-F534AB417249}"/>
                </a:ext>
              </a:extLst>
            </p:cNvPr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779;p3">
              <a:extLst>
                <a:ext uri="{FF2B5EF4-FFF2-40B4-BE49-F238E27FC236}">
                  <a16:creationId xmlns:a16="http://schemas.microsoft.com/office/drawing/2014/main" id="{88AF2118-0D1B-27D0-34BD-0E1F02D4A4DC}"/>
                </a:ext>
              </a:extLst>
            </p:cNvPr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780;p3">
              <a:extLst>
                <a:ext uri="{FF2B5EF4-FFF2-40B4-BE49-F238E27FC236}">
                  <a16:creationId xmlns:a16="http://schemas.microsoft.com/office/drawing/2014/main" id="{4FFF6CC1-6A0A-D195-F3B1-B8CAE147638C}"/>
                </a:ext>
              </a:extLst>
            </p:cNvPr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781;p3">
              <a:extLst>
                <a:ext uri="{FF2B5EF4-FFF2-40B4-BE49-F238E27FC236}">
                  <a16:creationId xmlns:a16="http://schemas.microsoft.com/office/drawing/2014/main" id="{73E981A9-4333-921F-D149-9091B335DDF8}"/>
                </a:ext>
              </a:extLst>
            </p:cNvPr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782;p3">
              <a:extLst>
                <a:ext uri="{FF2B5EF4-FFF2-40B4-BE49-F238E27FC236}">
                  <a16:creationId xmlns:a16="http://schemas.microsoft.com/office/drawing/2014/main" id="{020F7987-134C-D5E9-EBB6-F46F3FA053C1}"/>
                </a:ext>
              </a:extLst>
            </p:cNvPr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783;p3">
              <a:extLst>
                <a:ext uri="{FF2B5EF4-FFF2-40B4-BE49-F238E27FC236}">
                  <a16:creationId xmlns:a16="http://schemas.microsoft.com/office/drawing/2014/main" id="{2C521408-C6F0-5BEF-757B-56CAE6876A7A}"/>
                </a:ext>
              </a:extLst>
            </p:cNvPr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784;p3">
              <a:extLst>
                <a:ext uri="{FF2B5EF4-FFF2-40B4-BE49-F238E27FC236}">
                  <a16:creationId xmlns:a16="http://schemas.microsoft.com/office/drawing/2014/main" id="{C0802838-565A-70BA-8416-4BAFF1104BA4}"/>
                </a:ext>
              </a:extLst>
            </p:cNvPr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785;p3">
              <a:extLst>
                <a:ext uri="{FF2B5EF4-FFF2-40B4-BE49-F238E27FC236}">
                  <a16:creationId xmlns:a16="http://schemas.microsoft.com/office/drawing/2014/main" id="{5782E30E-D625-9903-75C4-8AA90389DE9E}"/>
                </a:ext>
              </a:extLst>
            </p:cNvPr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786;p3">
              <a:extLst>
                <a:ext uri="{FF2B5EF4-FFF2-40B4-BE49-F238E27FC236}">
                  <a16:creationId xmlns:a16="http://schemas.microsoft.com/office/drawing/2014/main" id="{33EF486C-84BA-6800-0662-FC6BD987AED9}"/>
                </a:ext>
              </a:extLst>
            </p:cNvPr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787;p3">
              <a:extLst>
                <a:ext uri="{FF2B5EF4-FFF2-40B4-BE49-F238E27FC236}">
                  <a16:creationId xmlns:a16="http://schemas.microsoft.com/office/drawing/2014/main" id="{87140E3E-D5FD-A30B-E95D-903143A8103E}"/>
                </a:ext>
              </a:extLst>
            </p:cNvPr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788;p3">
              <a:extLst>
                <a:ext uri="{FF2B5EF4-FFF2-40B4-BE49-F238E27FC236}">
                  <a16:creationId xmlns:a16="http://schemas.microsoft.com/office/drawing/2014/main" id="{DAC2E179-E2B8-9A77-4CB9-F59637A69A1C}"/>
                </a:ext>
              </a:extLst>
            </p:cNvPr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789;p3">
              <a:extLst>
                <a:ext uri="{FF2B5EF4-FFF2-40B4-BE49-F238E27FC236}">
                  <a16:creationId xmlns:a16="http://schemas.microsoft.com/office/drawing/2014/main" id="{79882A44-514E-763F-857D-C9FA9B557DF9}"/>
                </a:ext>
              </a:extLst>
            </p:cNvPr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790;p3">
              <a:extLst>
                <a:ext uri="{FF2B5EF4-FFF2-40B4-BE49-F238E27FC236}">
                  <a16:creationId xmlns:a16="http://schemas.microsoft.com/office/drawing/2014/main" id="{8697F6D9-F692-8325-3C18-82A242E1A447}"/>
                </a:ext>
              </a:extLst>
            </p:cNvPr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791;p3">
              <a:extLst>
                <a:ext uri="{FF2B5EF4-FFF2-40B4-BE49-F238E27FC236}">
                  <a16:creationId xmlns:a16="http://schemas.microsoft.com/office/drawing/2014/main" id="{6C21769D-1B92-1C00-88E4-D2DF2989C891}"/>
                </a:ext>
              </a:extLst>
            </p:cNvPr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792;p3">
              <a:extLst>
                <a:ext uri="{FF2B5EF4-FFF2-40B4-BE49-F238E27FC236}">
                  <a16:creationId xmlns:a16="http://schemas.microsoft.com/office/drawing/2014/main" id="{337F3BA0-EF6B-E12B-F87F-B1FDE2D961C2}"/>
                </a:ext>
              </a:extLst>
            </p:cNvPr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793;p3">
              <a:extLst>
                <a:ext uri="{FF2B5EF4-FFF2-40B4-BE49-F238E27FC236}">
                  <a16:creationId xmlns:a16="http://schemas.microsoft.com/office/drawing/2014/main" id="{2C542EDF-827A-AF9A-6F14-30F867436C09}"/>
                </a:ext>
              </a:extLst>
            </p:cNvPr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794;p3">
              <a:extLst>
                <a:ext uri="{FF2B5EF4-FFF2-40B4-BE49-F238E27FC236}">
                  <a16:creationId xmlns:a16="http://schemas.microsoft.com/office/drawing/2014/main" id="{74306C5E-94F3-2FDC-EC71-F5AB892747C5}"/>
                </a:ext>
              </a:extLst>
            </p:cNvPr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795;p3">
              <a:extLst>
                <a:ext uri="{FF2B5EF4-FFF2-40B4-BE49-F238E27FC236}">
                  <a16:creationId xmlns:a16="http://schemas.microsoft.com/office/drawing/2014/main" id="{F18AADA7-61CC-362D-21AD-3BADA55A3E3A}"/>
                </a:ext>
              </a:extLst>
            </p:cNvPr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796;p3">
              <a:extLst>
                <a:ext uri="{FF2B5EF4-FFF2-40B4-BE49-F238E27FC236}">
                  <a16:creationId xmlns:a16="http://schemas.microsoft.com/office/drawing/2014/main" id="{02B351CB-6CE1-9650-EE6D-A3F4C5AC7DCC}"/>
                </a:ext>
              </a:extLst>
            </p:cNvPr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797;p3">
              <a:extLst>
                <a:ext uri="{FF2B5EF4-FFF2-40B4-BE49-F238E27FC236}">
                  <a16:creationId xmlns:a16="http://schemas.microsoft.com/office/drawing/2014/main" id="{5295238D-B77A-92ED-BF56-146C686B15B3}"/>
                </a:ext>
              </a:extLst>
            </p:cNvPr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798;p3">
              <a:extLst>
                <a:ext uri="{FF2B5EF4-FFF2-40B4-BE49-F238E27FC236}">
                  <a16:creationId xmlns:a16="http://schemas.microsoft.com/office/drawing/2014/main" id="{C6E36167-B65C-19E5-3A15-8FEF7491AFB3}"/>
                </a:ext>
              </a:extLst>
            </p:cNvPr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799;p3">
              <a:extLst>
                <a:ext uri="{FF2B5EF4-FFF2-40B4-BE49-F238E27FC236}">
                  <a16:creationId xmlns:a16="http://schemas.microsoft.com/office/drawing/2014/main" id="{8A7FBA3B-AFD2-DB95-6C72-E7317A7C110D}"/>
                </a:ext>
              </a:extLst>
            </p:cNvPr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800;p3">
              <a:extLst>
                <a:ext uri="{FF2B5EF4-FFF2-40B4-BE49-F238E27FC236}">
                  <a16:creationId xmlns:a16="http://schemas.microsoft.com/office/drawing/2014/main" id="{905FA665-77FE-90AC-3979-0D43244D609B}"/>
                </a:ext>
              </a:extLst>
            </p:cNvPr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801;p3">
              <a:extLst>
                <a:ext uri="{FF2B5EF4-FFF2-40B4-BE49-F238E27FC236}">
                  <a16:creationId xmlns:a16="http://schemas.microsoft.com/office/drawing/2014/main" id="{33E97F94-7913-9A6B-0174-FC80E8FDC404}"/>
                </a:ext>
              </a:extLst>
            </p:cNvPr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802;p3">
              <a:extLst>
                <a:ext uri="{FF2B5EF4-FFF2-40B4-BE49-F238E27FC236}">
                  <a16:creationId xmlns:a16="http://schemas.microsoft.com/office/drawing/2014/main" id="{D85DAC64-E23D-224E-3975-57241F59ED15}"/>
                </a:ext>
              </a:extLst>
            </p:cNvPr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803;p3">
              <a:extLst>
                <a:ext uri="{FF2B5EF4-FFF2-40B4-BE49-F238E27FC236}">
                  <a16:creationId xmlns:a16="http://schemas.microsoft.com/office/drawing/2014/main" id="{42B8A540-9910-2B42-24D1-AC0D82A8A9E4}"/>
                </a:ext>
              </a:extLst>
            </p:cNvPr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804;p3">
              <a:extLst>
                <a:ext uri="{FF2B5EF4-FFF2-40B4-BE49-F238E27FC236}">
                  <a16:creationId xmlns:a16="http://schemas.microsoft.com/office/drawing/2014/main" id="{1571E704-8A73-B50E-A8B2-4F560659C837}"/>
                </a:ext>
              </a:extLst>
            </p:cNvPr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805;p3">
              <a:extLst>
                <a:ext uri="{FF2B5EF4-FFF2-40B4-BE49-F238E27FC236}">
                  <a16:creationId xmlns:a16="http://schemas.microsoft.com/office/drawing/2014/main" id="{C95E0C4B-FC1B-1422-6604-962BFEDE21BA}"/>
                </a:ext>
              </a:extLst>
            </p:cNvPr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806;p3">
              <a:extLst>
                <a:ext uri="{FF2B5EF4-FFF2-40B4-BE49-F238E27FC236}">
                  <a16:creationId xmlns:a16="http://schemas.microsoft.com/office/drawing/2014/main" id="{E69970A6-5872-56CA-6096-4F7C1354E38C}"/>
                </a:ext>
              </a:extLst>
            </p:cNvPr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807;p3">
              <a:extLst>
                <a:ext uri="{FF2B5EF4-FFF2-40B4-BE49-F238E27FC236}">
                  <a16:creationId xmlns:a16="http://schemas.microsoft.com/office/drawing/2014/main" id="{7237748A-FC7F-30C3-2347-A2D1D74574E4}"/>
                </a:ext>
              </a:extLst>
            </p:cNvPr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808;p3">
              <a:extLst>
                <a:ext uri="{FF2B5EF4-FFF2-40B4-BE49-F238E27FC236}">
                  <a16:creationId xmlns:a16="http://schemas.microsoft.com/office/drawing/2014/main" id="{4E3F96EB-6829-E5DF-53C1-E00AAE0C9A28}"/>
                </a:ext>
              </a:extLst>
            </p:cNvPr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809;p3">
              <a:extLst>
                <a:ext uri="{FF2B5EF4-FFF2-40B4-BE49-F238E27FC236}">
                  <a16:creationId xmlns:a16="http://schemas.microsoft.com/office/drawing/2014/main" id="{8F53E713-42DD-9E20-140A-7DCDFB3B643E}"/>
                </a:ext>
              </a:extLst>
            </p:cNvPr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810;p3">
              <a:extLst>
                <a:ext uri="{FF2B5EF4-FFF2-40B4-BE49-F238E27FC236}">
                  <a16:creationId xmlns:a16="http://schemas.microsoft.com/office/drawing/2014/main" id="{077DC855-5794-9EB6-4703-0E7E85BE1327}"/>
                </a:ext>
              </a:extLst>
            </p:cNvPr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811;p3">
              <a:extLst>
                <a:ext uri="{FF2B5EF4-FFF2-40B4-BE49-F238E27FC236}">
                  <a16:creationId xmlns:a16="http://schemas.microsoft.com/office/drawing/2014/main" id="{8D9CB2E2-ADCB-0AF9-C741-221CDD54C71B}"/>
                </a:ext>
              </a:extLst>
            </p:cNvPr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812;p3">
              <a:extLst>
                <a:ext uri="{FF2B5EF4-FFF2-40B4-BE49-F238E27FC236}">
                  <a16:creationId xmlns:a16="http://schemas.microsoft.com/office/drawing/2014/main" id="{B56C8E77-BB0D-0637-4EB3-BD1B9B6D9E37}"/>
                </a:ext>
              </a:extLst>
            </p:cNvPr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813;p3">
              <a:extLst>
                <a:ext uri="{FF2B5EF4-FFF2-40B4-BE49-F238E27FC236}">
                  <a16:creationId xmlns:a16="http://schemas.microsoft.com/office/drawing/2014/main" id="{9EAD66D3-43D2-C4B2-0882-6781D868EE5C}"/>
                </a:ext>
              </a:extLst>
            </p:cNvPr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814;p3">
              <a:extLst>
                <a:ext uri="{FF2B5EF4-FFF2-40B4-BE49-F238E27FC236}">
                  <a16:creationId xmlns:a16="http://schemas.microsoft.com/office/drawing/2014/main" id="{154361C7-4528-D57E-7A92-4F305551F141}"/>
                </a:ext>
              </a:extLst>
            </p:cNvPr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815;p3">
              <a:extLst>
                <a:ext uri="{FF2B5EF4-FFF2-40B4-BE49-F238E27FC236}">
                  <a16:creationId xmlns:a16="http://schemas.microsoft.com/office/drawing/2014/main" id="{EF0BB7E6-D780-76E1-310E-D55AE042EE45}"/>
                </a:ext>
              </a:extLst>
            </p:cNvPr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816;p3">
              <a:extLst>
                <a:ext uri="{FF2B5EF4-FFF2-40B4-BE49-F238E27FC236}">
                  <a16:creationId xmlns:a16="http://schemas.microsoft.com/office/drawing/2014/main" id="{DA640D49-E01E-C43B-B38D-C9B619AFC635}"/>
                </a:ext>
              </a:extLst>
            </p:cNvPr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817;p3">
              <a:extLst>
                <a:ext uri="{FF2B5EF4-FFF2-40B4-BE49-F238E27FC236}">
                  <a16:creationId xmlns:a16="http://schemas.microsoft.com/office/drawing/2014/main" id="{5733D59F-2C89-ACF9-92A8-1D6E01CA3A6C}"/>
                </a:ext>
              </a:extLst>
            </p:cNvPr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818;p3">
              <a:extLst>
                <a:ext uri="{FF2B5EF4-FFF2-40B4-BE49-F238E27FC236}">
                  <a16:creationId xmlns:a16="http://schemas.microsoft.com/office/drawing/2014/main" id="{5075C505-785C-7A93-F9C1-4A5E20CC3821}"/>
                </a:ext>
              </a:extLst>
            </p:cNvPr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819;p3">
              <a:extLst>
                <a:ext uri="{FF2B5EF4-FFF2-40B4-BE49-F238E27FC236}">
                  <a16:creationId xmlns:a16="http://schemas.microsoft.com/office/drawing/2014/main" id="{FA698D0C-9BAA-7401-09F2-479D4B8E73C3}"/>
                </a:ext>
              </a:extLst>
            </p:cNvPr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820;p3">
              <a:extLst>
                <a:ext uri="{FF2B5EF4-FFF2-40B4-BE49-F238E27FC236}">
                  <a16:creationId xmlns:a16="http://schemas.microsoft.com/office/drawing/2014/main" id="{76B75193-6363-A05F-27E7-A2CDC66D9BC3}"/>
                </a:ext>
              </a:extLst>
            </p:cNvPr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821;p3">
              <a:extLst>
                <a:ext uri="{FF2B5EF4-FFF2-40B4-BE49-F238E27FC236}">
                  <a16:creationId xmlns:a16="http://schemas.microsoft.com/office/drawing/2014/main" id="{0E1982C3-BE33-76F2-C8C1-DFB23582E39B}"/>
                </a:ext>
              </a:extLst>
            </p:cNvPr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822;p3">
              <a:extLst>
                <a:ext uri="{FF2B5EF4-FFF2-40B4-BE49-F238E27FC236}">
                  <a16:creationId xmlns:a16="http://schemas.microsoft.com/office/drawing/2014/main" id="{A59D2081-3A65-3FE8-1BF2-9AF5B82B8050}"/>
                </a:ext>
              </a:extLst>
            </p:cNvPr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823;p3">
              <a:extLst>
                <a:ext uri="{FF2B5EF4-FFF2-40B4-BE49-F238E27FC236}">
                  <a16:creationId xmlns:a16="http://schemas.microsoft.com/office/drawing/2014/main" id="{15C303CF-AF03-6C66-92B2-7A071888FDCE}"/>
                </a:ext>
              </a:extLst>
            </p:cNvPr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824;p3">
              <a:extLst>
                <a:ext uri="{FF2B5EF4-FFF2-40B4-BE49-F238E27FC236}">
                  <a16:creationId xmlns:a16="http://schemas.microsoft.com/office/drawing/2014/main" id="{D485CD52-C86C-B9BB-12B4-6923DF1BF468}"/>
                </a:ext>
              </a:extLst>
            </p:cNvPr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825;p3">
              <a:extLst>
                <a:ext uri="{FF2B5EF4-FFF2-40B4-BE49-F238E27FC236}">
                  <a16:creationId xmlns:a16="http://schemas.microsoft.com/office/drawing/2014/main" id="{BDDC1FE5-F2FB-732F-AF50-2BDC80A74B5F}"/>
                </a:ext>
              </a:extLst>
            </p:cNvPr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826;p3">
              <a:extLst>
                <a:ext uri="{FF2B5EF4-FFF2-40B4-BE49-F238E27FC236}">
                  <a16:creationId xmlns:a16="http://schemas.microsoft.com/office/drawing/2014/main" id="{9C99EBEE-3F69-216B-04FF-5B69E6EE35CF}"/>
                </a:ext>
              </a:extLst>
            </p:cNvPr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827;p3">
              <a:extLst>
                <a:ext uri="{FF2B5EF4-FFF2-40B4-BE49-F238E27FC236}">
                  <a16:creationId xmlns:a16="http://schemas.microsoft.com/office/drawing/2014/main" id="{9F0A381C-9517-7C53-4A8C-49985A5AF2C1}"/>
                </a:ext>
              </a:extLst>
            </p:cNvPr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828;p3">
              <a:extLst>
                <a:ext uri="{FF2B5EF4-FFF2-40B4-BE49-F238E27FC236}">
                  <a16:creationId xmlns:a16="http://schemas.microsoft.com/office/drawing/2014/main" id="{48301B1B-C95F-9594-1BE3-61C82942656C}"/>
                </a:ext>
              </a:extLst>
            </p:cNvPr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829;p3">
              <a:extLst>
                <a:ext uri="{FF2B5EF4-FFF2-40B4-BE49-F238E27FC236}">
                  <a16:creationId xmlns:a16="http://schemas.microsoft.com/office/drawing/2014/main" id="{656F1125-A3D9-D581-9272-33DA6A30036F}"/>
                </a:ext>
              </a:extLst>
            </p:cNvPr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830;p3">
              <a:extLst>
                <a:ext uri="{FF2B5EF4-FFF2-40B4-BE49-F238E27FC236}">
                  <a16:creationId xmlns:a16="http://schemas.microsoft.com/office/drawing/2014/main" id="{573C4743-941D-FB17-D129-4D3F910383CD}"/>
                </a:ext>
              </a:extLst>
            </p:cNvPr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831;p3">
              <a:extLst>
                <a:ext uri="{FF2B5EF4-FFF2-40B4-BE49-F238E27FC236}">
                  <a16:creationId xmlns:a16="http://schemas.microsoft.com/office/drawing/2014/main" id="{BF14AA2B-3F99-74A6-546D-12DDCF9B722C}"/>
                </a:ext>
              </a:extLst>
            </p:cNvPr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832;p3">
              <a:extLst>
                <a:ext uri="{FF2B5EF4-FFF2-40B4-BE49-F238E27FC236}">
                  <a16:creationId xmlns:a16="http://schemas.microsoft.com/office/drawing/2014/main" id="{41CDB304-FBDA-D512-FFD1-E5DDF5A8CC9A}"/>
                </a:ext>
              </a:extLst>
            </p:cNvPr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833;p3">
              <a:extLst>
                <a:ext uri="{FF2B5EF4-FFF2-40B4-BE49-F238E27FC236}">
                  <a16:creationId xmlns:a16="http://schemas.microsoft.com/office/drawing/2014/main" id="{D0A2B242-1FFC-FAA3-9016-EDE8C1B99AA6}"/>
                </a:ext>
              </a:extLst>
            </p:cNvPr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834;p3">
              <a:extLst>
                <a:ext uri="{FF2B5EF4-FFF2-40B4-BE49-F238E27FC236}">
                  <a16:creationId xmlns:a16="http://schemas.microsoft.com/office/drawing/2014/main" id="{C8F7E5EF-A078-5B8A-645E-22AB8473CDD1}"/>
                </a:ext>
              </a:extLst>
            </p:cNvPr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835;p3">
              <a:extLst>
                <a:ext uri="{FF2B5EF4-FFF2-40B4-BE49-F238E27FC236}">
                  <a16:creationId xmlns:a16="http://schemas.microsoft.com/office/drawing/2014/main" id="{173CBCB8-8B6E-3793-55AD-3CB99F03B91D}"/>
                </a:ext>
              </a:extLst>
            </p:cNvPr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836;p3">
              <a:extLst>
                <a:ext uri="{FF2B5EF4-FFF2-40B4-BE49-F238E27FC236}">
                  <a16:creationId xmlns:a16="http://schemas.microsoft.com/office/drawing/2014/main" id="{EF309646-5F55-50C7-88EC-ADA5A5746C3C}"/>
                </a:ext>
              </a:extLst>
            </p:cNvPr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837;p3">
              <a:extLst>
                <a:ext uri="{FF2B5EF4-FFF2-40B4-BE49-F238E27FC236}">
                  <a16:creationId xmlns:a16="http://schemas.microsoft.com/office/drawing/2014/main" id="{DEF7C7F0-86B6-0131-E863-554F9E0CB1B1}"/>
                </a:ext>
              </a:extLst>
            </p:cNvPr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838;p3">
              <a:extLst>
                <a:ext uri="{FF2B5EF4-FFF2-40B4-BE49-F238E27FC236}">
                  <a16:creationId xmlns:a16="http://schemas.microsoft.com/office/drawing/2014/main" id="{5CAD0EA1-A483-AA73-B078-4C21A875F243}"/>
                </a:ext>
              </a:extLst>
            </p:cNvPr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839;p3">
              <a:extLst>
                <a:ext uri="{FF2B5EF4-FFF2-40B4-BE49-F238E27FC236}">
                  <a16:creationId xmlns:a16="http://schemas.microsoft.com/office/drawing/2014/main" id="{EFBB1A28-8F8E-3FCE-D559-0C2F370AFA76}"/>
                </a:ext>
              </a:extLst>
            </p:cNvPr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840;p3">
              <a:extLst>
                <a:ext uri="{FF2B5EF4-FFF2-40B4-BE49-F238E27FC236}">
                  <a16:creationId xmlns:a16="http://schemas.microsoft.com/office/drawing/2014/main" id="{C57A60E7-1668-C2E1-F1CA-96CBB710F271}"/>
                </a:ext>
              </a:extLst>
            </p:cNvPr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841;p3">
              <a:extLst>
                <a:ext uri="{FF2B5EF4-FFF2-40B4-BE49-F238E27FC236}">
                  <a16:creationId xmlns:a16="http://schemas.microsoft.com/office/drawing/2014/main" id="{7C420301-EF19-A0EC-36C1-B91A4EC77A1A}"/>
                </a:ext>
              </a:extLst>
            </p:cNvPr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842;p3">
              <a:extLst>
                <a:ext uri="{FF2B5EF4-FFF2-40B4-BE49-F238E27FC236}">
                  <a16:creationId xmlns:a16="http://schemas.microsoft.com/office/drawing/2014/main" id="{043999E8-C01C-68B5-59E2-0E8484045714}"/>
                </a:ext>
              </a:extLst>
            </p:cNvPr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843;p3">
              <a:extLst>
                <a:ext uri="{FF2B5EF4-FFF2-40B4-BE49-F238E27FC236}">
                  <a16:creationId xmlns:a16="http://schemas.microsoft.com/office/drawing/2014/main" id="{DDB5C77E-DDAD-875F-A4EB-03680DCFA3F4}"/>
                </a:ext>
              </a:extLst>
            </p:cNvPr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844;p3">
              <a:extLst>
                <a:ext uri="{FF2B5EF4-FFF2-40B4-BE49-F238E27FC236}">
                  <a16:creationId xmlns:a16="http://schemas.microsoft.com/office/drawing/2014/main" id="{87866C4F-B1B7-84AA-E3A9-72BC819AD80B}"/>
                </a:ext>
              </a:extLst>
            </p:cNvPr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845;p3">
              <a:extLst>
                <a:ext uri="{FF2B5EF4-FFF2-40B4-BE49-F238E27FC236}">
                  <a16:creationId xmlns:a16="http://schemas.microsoft.com/office/drawing/2014/main" id="{83A119E0-17C2-9349-264B-F9F81E0C94CB}"/>
                </a:ext>
              </a:extLst>
            </p:cNvPr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846;p3">
              <a:extLst>
                <a:ext uri="{FF2B5EF4-FFF2-40B4-BE49-F238E27FC236}">
                  <a16:creationId xmlns:a16="http://schemas.microsoft.com/office/drawing/2014/main" id="{9D9BD670-FF02-CF50-D392-F290D799E497}"/>
                </a:ext>
              </a:extLst>
            </p:cNvPr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847;p3">
              <a:extLst>
                <a:ext uri="{FF2B5EF4-FFF2-40B4-BE49-F238E27FC236}">
                  <a16:creationId xmlns:a16="http://schemas.microsoft.com/office/drawing/2014/main" id="{5D47D057-4A16-665A-742E-BFED54C75D72}"/>
                </a:ext>
              </a:extLst>
            </p:cNvPr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848;p3">
              <a:extLst>
                <a:ext uri="{FF2B5EF4-FFF2-40B4-BE49-F238E27FC236}">
                  <a16:creationId xmlns:a16="http://schemas.microsoft.com/office/drawing/2014/main" id="{97728A91-D429-3568-41A5-99DDA76C4AB9}"/>
                </a:ext>
              </a:extLst>
            </p:cNvPr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849;p3">
              <a:extLst>
                <a:ext uri="{FF2B5EF4-FFF2-40B4-BE49-F238E27FC236}">
                  <a16:creationId xmlns:a16="http://schemas.microsoft.com/office/drawing/2014/main" id="{3F2ACFFB-C6AF-B6A6-B7E9-9BEADBD2D14E}"/>
                </a:ext>
              </a:extLst>
            </p:cNvPr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850;p3">
              <a:extLst>
                <a:ext uri="{FF2B5EF4-FFF2-40B4-BE49-F238E27FC236}">
                  <a16:creationId xmlns:a16="http://schemas.microsoft.com/office/drawing/2014/main" id="{74F9509E-6F6F-4A0D-0888-3FB82D072DE3}"/>
                </a:ext>
              </a:extLst>
            </p:cNvPr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851;p3">
              <a:extLst>
                <a:ext uri="{FF2B5EF4-FFF2-40B4-BE49-F238E27FC236}">
                  <a16:creationId xmlns:a16="http://schemas.microsoft.com/office/drawing/2014/main" id="{08F25731-22E2-682B-DB62-C03B464252F5}"/>
                </a:ext>
              </a:extLst>
            </p:cNvPr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852;p3">
              <a:extLst>
                <a:ext uri="{FF2B5EF4-FFF2-40B4-BE49-F238E27FC236}">
                  <a16:creationId xmlns:a16="http://schemas.microsoft.com/office/drawing/2014/main" id="{16DFBE03-198F-5FC0-435A-2DA8DF1C3759}"/>
                </a:ext>
              </a:extLst>
            </p:cNvPr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853;p3">
              <a:extLst>
                <a:ext uri="{FF2B5EF4-FFF2-40B4-BE49-F238E27FC236}">
                  <a16:creationId xmlns:a16="http://schemas.microsoft.com/office/drawing/2014/main" id="{031DE955-190E-923E-DB21-89CE74F941B9}"/>
                </a:ext>
              </a:extLst>
            </p:cNvPr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854;p3">
              <a:extLst>
                <a:ext uri="{FF2B5EF4-FFF2-40B4-BE49-F238E27FC236}">
                  <a16:creationId xmlns:a16="http://schemas.microsoft.com/office/drawing/2014/main" id="{1E442F43-6B76-9621-A99C-2258FA281AEF}"/>
                </a:ext>
              </a:extLst>
            </p:cNvPr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855;p3">
              <a:extLst>
                <a:ext uri="{FF2B5EF4-FFF2-40B4-BE49-F238E27FC236}">
                  <a16:creationId xmlns:a16="http://schemas.microsoft.com/office/drawing/2014/main" id="{41122C40-CB31-000A-F0EC-01D1282F2A00}"/>
                </a:ext>
              </a:extLst>
            </p:cNvPr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856;p3">
              <a:extLst>
                <a:ext uri="{FF2B5EF4-FFF2-40B4-BE49-F238E27FC236}">
                  <a16:creationId xmlns:a16="http://schemas.microsoft.com/office/drawing/2014/main" id="{91D82159-FC0B-E27F-5C17-4D25BAF7613E}"/>
                </a:ext>
              </a:extLst>
            </p:cNvPr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857;p3">
              <a:extLst>
                <a:ext uri="{FF2B5EF4-FFF2-40B4-BE49-F238E27FC236}">
                  <a16:creationId xmlns:a16="http://schemas.microsoft.com/office/drawing/2014/main" id="{179F9520-5797-1FBB-FAB1-A83C9359FF00}"/>
                </a:ext>
              </a:extLst>
            </p:cNvPr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858;p3">
              <a:extLst>
                <a:ext uri="{FF2B5EF4-FFF2-40B4-BE49-F238E27FC236}">
                  <a16:creationId xmlns:a16="http://schemas.microsoft.com/office/drawing/2014/main" id="{615653DC-BDC8-486C-91B4-FAC21A0D156D}"/>
                </a:ext>
              </a:extLst>
            </p:cNvPr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859;p3">
              <a:extLst>
                <a:ext uri="{FF2B5EF4-FFF2-40B4-BE49-F238E27FC236}">
                  <a16:creationId xmlns:a16="http://schemas.microsoft.com/office/drawing/2014/main" id="{343DD301-EAE7-5318-8138-A93C1B8CE9BD}"/>
                </a:ext>
              </a:extLst>
            </p:cNvPr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860;p3">
              <a:extLst>
                <a:ext uri="{FF2B5EF4-FFF2-40B4-BE49-F238E27FC236}">
                  <a16:creationId xmlns:a16="http://schemas.microsoft.com/office/drawing/2014/main" id="{AE47E867-42A4-DFC7-18BC-70DF57041796}"/>
                </a:ext>
              </a:extLst>
            </p:cNvPr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861;p3">
              <a:extLst>
                <a:ext uri="{FF2B5EF4-FFF2-40B4-BE49-F238E27FC236}">
                  <a16:creationId xmlns:a16="http://schemas.microsoft.com/office/drawing/2014/main" id="{02DAD59A-DF6A-991D-5D3E-F2D36A3BBAA0}"/>
                </a:ext>
              </a:extLst>
            </p:cNvPr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862;p3">
              <a:extLst>
                <a:ext uri="{FF2B5EF4-FFF2-40B4-BE49-F238E27FC236}">
                  <a16:creationId xmlns:a16="http://schemas.microsoft.com/office/drawing/2014/main" id="{1DAEA052-9F02-3581-931F-B02F058A9131}"/>
                </a:ext>
              </a:extLst>
            </p:cNvPr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863;p3">
              <a:extLst>
                <a:ext uri="{FF2B5EF4-FFF2-40B4-BE49-F238E27FC236}">
                  <a16:creationId xmlns:a16="http://schemas.microsoft.com/office/drawing/2014/main" id="{8A35C025-F1A3-B7FD-B5F7-1991701B8B3B}"/>
                </a:ext>
              </a:extLst>
            </p:cNvPr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864;p3">
              <a:extLst>
                <a:ext uri="{FF2B5EF4-FFF2-40B4-BE49-F238E27FC236}">
                  <a16:creationId xmlns:a16="http://schemas.microsoft.com/office/drawing/2014/main" id="{7160456E-90C2-33DC-2EE8-66B46B2A3726}"/>
                </a:ext>
              </a:extLst>
            </p:cNvPr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865;p3">
              <a:extLst>
                <a:ext uri="{FF2B5EF4-FFF2-40B4-BE49-F238E27FC236}">
                  <a16:creationId xmlns:a16="http://schemas.microsoft.com/office/drawing/2014/main" id="{576B48B6-5EED-EFC6-E553-88FA1412106C}"/>
                </a:ext>
              </a:extLst>
            </p:cNvPr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866;p3">
              <a:extLst>
                <a:ext uri="{FF2B5EF4-FFF2-40B4-BE49-F238E27FC236}">
                  <a16:creationId xmlns:a16="http://schemas.microsoft.com/office/drawing/2014/main" id="{71694570-8014-EA2E-7ED6-75CF5931692F}"/>
                </a:ext>
              </a:extLst>
            </p:cNvPr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867;p3">
              <a:extLst>
                <a:ext uri="{FF2B5EF4-FFF2-40B4-BE49-F238E27FC236}">
                  <a16:creationId xmlns:a16="http://schemas.microsoft.com/office/drawing/2014/main" id="{FA909FF1-497D-3696-4DFD-3551A5DA36EB}"/>
                </a:ext>
              </a:extLst>
            </p:cNvPr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868;p3">
              <a:extLst>
                <a:ext uri="{FF2B5EF4-FFF2-40B4-BE49-F238E27FC236}">
                  <a16:creationId xmlns:a16="http://schemas.microsoft.com/office/drawing/2014/main" id="{E5283052-C649-B4AE-B4E9-17E97D3650C3}"/>
                </a:ext>
              </a:extLst>
            </p:cNvPr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869;p3">
              <a:extLst>
                <a:ext uri="{FF2B5EF4-FFF2-40B4-BE49-F238E27FC236}">
                  <a16:creationId xmlns:a16="http://schemas.microsoft.com/office/drawing/2014/main" id="{24D955D2-4199-FEFF-28CF-2B925E2D3CCE}"/>
                </a:ext>
              </a:extLst>
            </p:cNvPr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870;p3">
              <a:extLst>
                <a:ext uri="{FF2B5EF4-FFF2-40B4-BE49-F238E27FC236}">
                  <a16:creationId xmlns:a16="http://schemas.microsoft.com/office/drawing/2014/main" id="{4F96033C-A75A-B29C-0295-2F3E8A4C9DD5}"/>
                </a:ext>
              </a:extLst>
            </p:cNvPr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871;p3">
              <a:extLst>
                <a:ext uri="{FF2B5EF4-FFF2-40B4-BE49-F238E27FC236}">
                  <a16:creationId xmlns:a16="http://schemas.microsoft.com/office/drawing/2014/main" id="{53183B69-5EA5-C949-3529-70A2D795BE02}"/>
                </a:ext>
              </a:extLst>
            </p:cNvPr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872;p3">
              <a:extLst>
                <a:ext uri="{FF2B5EF4-FFF2-40B4-BE49-F238E27FC236}">
                  <a16:creationId xmlns:a16="http://schemas.microsoft.com/office/drawing/2014/main" id="{33555DC9-51C1-D4C2-AB6F-C7819A415448}"/>
                </a:ext>
              </a:extLst>
            </p:cNvPr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873;p3">
              <a:extLst>
                <a:ext uri="{FF2B5EF4-FFF2-40B4-BE49-F238E27FC236}">
                  <a16:creationId xmlns:a16="http://schemas.microsoft.com/office/drawing/2014/main" id="{1B948B3C-6972-B9B5-C0EC-628610D307B9}"/>
                </a:ext>
              </a:extLst>
            </p:cNvPr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874;p3">
              <a:extLst>
                <a:ext uri="{FF2B5EF4-FFF2-40B4-BE49-F238E27FC236}">
                  <a16:creationId xmlns:a16="http://schemas.microsoft.com/office/drawing/2014/main" id="{39DAC056-0D3E-5D4B-2DB9-2FD76EC9BDDD}"/>
                </a:ext>
              </a:extLst>
            </p:cNvPr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875;p3">
              <a:extLst>
                <a:ext uri="{FF2B5EF4-FFF2-40B4-BE49-F238E27FC236}">
                  <a16:creationId xmlns:a16="http://schemas.microsoft.com/office/drawing/2014/main" id="{7A7138B4-3669-551B-11CE-02CBAED4C812}"/>
                </a:ext>
              </a:extLst>
            </p:cNvPr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876;p3">
              <a:extLst>
                <a:ext uri="{FF2B5EF4-FFF2-40B4-BE49-F238E27FC236}">
                  <a16:creationId xmlns:a16="http://schemas.microsoft.com/office/drawing/2014/main" id="{0BB02CD9-0204-3571-E974-F57A111C029C}"/>
                </a:ext>
              </a:extLst>
            </p:cNvPr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877;p3">
              <a:extLst>
                <a:ext uri="{FF2B5EF4-FFF2-40B4-BE49-F238E27FC236}">
                  <a16:creationId xmlns:a16="http://schemas.microsoft.com/office/drawing/2014/main" id="{7D781FAF-6A50-67BE-5289-20380C0261F8}"/>
                </a:ext>
              </a:extLst>
            </p:cNvPr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878;p3">
              <a:extLst>
                <a:ext uri="{FF2B5EF4-FFF2-40B4-BE49-F238E27FC236}">
                  <a16:creationId xmlns:a16="http://schemas.microsoft.com/office/drawing/2014/main" id="{D4C45AA2-5266-E6DA-3E4C-0428CCD2BB3D}"/>
                </a:ext>
              </a:extLst>
            </p:cNvPr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879;p3">
              <a:extLst>
                <a:ext uri="{FF2B5EF4-FFF2-40B4-BE49-F238E27FC236}">
                  <a16:creationId xmlns:a16="http://schemas.microsoft.com/office/drawing/2014/main" id="{7321873E-1CFB-4666-667B-9813D8F32685}"/>
                </a:ext>
              </a:extLst>
            </p:cNvPr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880;p3">
              <a:extLst>
                <a:ext uri="{FF2B5EF4-FFF2-40B4-BE49-F238E27FC236}">
                  <a16:creationId xmlns:a16="http://schemas.microsoft.com/office/drawing/2014/main" id="{B4B1BE16-6051-D333-2A3D-8EB963976CF7}"/>
                </a:ext>
              </a:extLst>
            </p:cNvPr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881;p3">
              <a:extLst>
                <a:ext uri="{FF2B5EF4-FFF2-40B4-BE49-F238E27FC236}">
                  <a16:creationId xmlns:a16="http://schemas.microsoft.com/office/drawing/2014/main" id="{5E1533B1-6589-50F4-1171-EEBD57497B9C}"/>
                </a:ext>
              </a:extLst>
            </p:cNvPr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882;p3">
              <a:extLst>
                <a:ext uri="{FF2B5EF4-FFF2-40B4-BE49-F238E27FC236}">
                  <a16:creationId xmlns:a16="http://schemas.microsoft.com/office/drawing/2014/main" id="{BB7B2A0A-0705-90DD-025B-32A63A647604}"/>
                </a:ext>
              </a:extLst>
            </p:cNvPr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883;p3">
              <a:extLst>
                <a:ext uri="{FF2B5EF4-FFF2-40B4-BE49-F238E27FC236}">
                  <a16:creationId xmlns:a16="http://schemas.microsoft.com/office/drawing/2014/main" id="{46B51D8B-C328-46AD-C6A2-C0EE56266551}"/>
                </a:ext>
              </a:extLst>
            </p:cNvPr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884;p3">
              <a:extLst>
                <a:ext uri="{FF2B5EF4-FFF2-40B4-BE49-F238E27FC236}">
                  <a16:creationId xmlns:a16="http://schemas.microsoft.com/office/drawing/2014/main" id="{56745EF7-5A44-D776-2DE9-3492BD5B82D8}"/>
                </a:ext>
              </a:extLst>
            </p:cNvPr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885;p3">
              <a:extLst>
                <a:ext uri="{FF2B5EF4-FFF2-40B4-BE49-F238E27FC236}">
                  <a16:creationId xmlns:a16="http://schemas.microsoft.com/office/drawing/2014/main" id="{0F0059DC-8D23-71DE-ABAE-21CCD2101427}"/>
                </a:ext>
              </a:extLst>
            </p:cNvPr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886;p3">
              <a:extLst>
                <a:ext uri="{FF2B5EF4-FFF2-40B4-BE49-F238E27FC236}">
                  <a16:creationId xmlns:a16="http://schemas.microsoft.com/office/drawing/2014/main" id="{6AB54948-3B4C-749B-148E-481156AC1B2C}"/>
                </a:ext>
              </a:extLst>
            </p:cNvPr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887;p3">
              <a:extLst>
                <a:ext uri="{FF2B5EF4-FFF2-40B4-BE49-F238E27FC236}">
                  <a16:creationId xmlns:a16="http://schemas.microsoft.com/office/drawing/2014/main" id="{85DA9B01-A30C-9132-F2A8-E00A6CEA68F4}"/>
                </a:ext>
              </a:extLst>
            </p:cNvPr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888;p3">
              <a:extLst>
                <a:ext uri="{FF2B5EF4-FFF2-40B4-BE49-F238E27FC236}">
                  <a16:creationId xmlns:a16="http://schemas.microsoft.com/office/drawing/2014/main" id="{27598390-5492-6F67-9F8F-88DEDE1EA387}"/>
                </a:ext>
              </a:extLst>
            </p:cNvPr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889;p3">
              <a:extLst>
                <a:ext uri="{FF2B5EF4-FFF2-40B4-BE49-F238E27FC236}">
                  <a16:creationId xmlns:a16="http://schemas.microsoft.com/office/drawing/2014/main" id="{E475DC10-AA5D-74A2-496A-1E28A1E50918}"/>
                </a:ext>
              </a:extLst>
            </p:cNvPr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890;p3">
              <a:extLst>
                <a:ext uri="{FF2B5EF4-FFF2-40B4-BE49-F238E27FC236}">
                  <a16:creationId xmlns:a16="http://schemas.microsoft.com/office/drawing/2014/main" id="{FE3D5C57-876A-62FF-6F28-312C35186086}"/>
                </a:ext>
              </a:extLst>
            </p:cNvPr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891;p3">
              <a:extLst>
                <a:ext uri="{FF2B5EF4-FFF2-40B4-BE49-F238E27FC236}">
                  <a16:creationId xmlns:a16="http://schemas.microsoft.com/office/drawing/2014/main" id="{ACD5B546-5158-E2BF-0950-E737502E7391}"/>
                </a:ext>
              </a:extLst>
            </p:cNvPr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892;p3">
              <a:extLst>
                <a:ext uri="{FF2B5EF4-FFF2-40B4-BE49-F238E27FC236}">
                  <a16:creationId xmlns:a16="http://schemas.microsoft.com/office/drawing/2014/main" id="{1B53047C-96FD-2066-A227-837059D0738F}"/>
                </a:ext>
              </a:extLst>
            </p:cNvPr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893;p3">
              <a:extLst>
                <a:ext uri="{FF2B5EF4-FFF2-40B4-BE49-F238E27FC236}">
                  <a16:creationId xmlns:a16="http://schemas.microsoft.com/office/drawing/2014/main" id="{51A81DF6-9740-0843-9C4A-3FB18804AFD3}"/>
                </a:ext>
              </a:extLst>
            </p:cNvPr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894;p3">
              <a:extLst>
                <a:ext uri="{FF2B5EF4-FFF2-40B4-BE49-F238E27FC236}">
                  <a16:creationId xmlns:a16="http://schemas.microsoft.com/office/drawing/2014/main" id="{0263146F-0533-B63B-8DAD-551154DD930A}"/>
                </a:ext>
              </a:extLst>
            </p:cNvPr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895;p3">
              <a:extLst>
                <a:ext uri="{FF2B5EF4-FFF2-40B4-BE49-F238E27FC236}">
                  <a16:creationId xmlns:a16="http://schemas.microsoft.com/office/drawing/2014/main" id="{A69132FD-FC9C-5A20-5C7F-5B1BF9F48E1A}"/>
                </a:ext>
              </a:extLst>
            </p:cNvPr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896;p3">
              <a:extLst>
                <a:ext uri="{FF2B5EF4-FFF2-40B4-BE49-F238E27FC236}">
                  <a16:creationId xmlns:a16="http://schemas.microsoft.com/office/drawing/2014/main" id="{79D7403A-05A1-235D-2643-4FE1681BDAD2}"/>
                </a:ext>
              </a:extLst>
            </p:cNvPr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897;p3">
              <a:extLst>
                <a:ext uri="{FF2B5EF4-FFF2-40B4-BE49-F238E27FC236}">
                  <a16:creationId xmlns:a16="http://schemas.microsoft.com/office/drawing/2014/main" id="{BB0D0583-7A43-5B85-6550-2D08C8B0419C}"/>
                </a:ext>
              </a:extLst>
            </p:cNvPr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898;p3">
              <a:extLst>
                <a:ext uri="{FF2B5EF4-FFF2-40B4-BE49-F238E27FC236}">
                  <a16:creationId xmlns:a16="http://schemas.microsoft.com/office/drawing/2014/main" id="{8D9DD513-EB0E-883D-F514-8B12C1C3A116}"/>
                </a:ext>
              </a:extLst>
            </p:cNvPr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899;p3">
              <a:extLst>
                <a:ext uri="{FF2B5EF4-FFF2-40B4-BE49-F238E27FC236}">
                  <a16:creationId xmlns:a16="http://schemas.microsoft.com/office/drawing/2014/main" id="{DCF650B0-9D64-96AA-211A-9B52CA8F79D8}"/>
                </a:ext>
              </a:extLst>
            </p:cNvPr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900;p3">
              <a:extLst>
                <a:ext uri="{FF2B5EF4-FFF2-40B4-BE49-F238E27FC236}">
                  <a16:creationId xmlns:a16="http://schemas.microsoft.com/office/drawing/2014/main" id="{C1E9762C-1FAE-90A1-60E9-AC2331239EDE}"/>
                </a:ext>
              </a:extLst>
            </p:cNvPr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901;p3">
              <a:extLst>
                <a:ext uri="{FF2B5EF4-FFF2-40B4-BE49-F238E27FC236}">
                  <a16:creationId xmlns:a16="http://schemas.microsoft.com/office/drawing/2014/main" id="{18777082-D45F-DC95-573A-7CEE9371A294}"/>
                </a:ext>
              </a:extLst>
            </p:cNvPr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902;p3">
              <a:extLst>
                <a:ext uri="{FF2B5EF4-FFF2-40B4-BE49-F238E27FC236}">
                  <a16:creationId xmlns:a16="http://schemas.microsoft.com/office/drawing/2014/main" id="{40D0B393-484F-5079-B20C-F39CCBF203F0}"/>
                </a:ext>
              </a:extLst>
            </p:cNvPr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903;p3">
              <a:extLst>
                <a:ext uri="{FF2B5EF4-FFF2-40B4-BE49-F238E27FC236}">
                  <a16:creationId xmlns:a16="http://schemas.microsoft.com/office/drawing/2014/main" id="{972C329B-7F0D-13AA-3EBC-1AAFD5D35D5B}"/>
                </a:ext>
              </a:extLst>
            </p:cNvPr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904;p3">
              <a:extLst>
                <a:ext uri="{FF2B5EF4-FFF2-40B4-BE49-F238E27FC236}">
                  <a16:creationId xmlns:a16="http://schemas.microsoft.com/office/drawing/2014/main" id="{20AC4AB0-2BC3-80AE-D0BF-436CA1999ED6}"/>
                </a:ext>
              </a:extLst>
            </p:cNvPr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905;p3">
              <a:extLst>
                <a:ext uri="{FF2B5EF4-FFF2-40B4-BE49-F238E27FC236}">
                  <a16:creationId xmlns:a16="http://schemas.microsoft.com/office/drawing/2014/main" id="{8A1279BB-5012-27B5-44D5-C84CFD67408D}"/>
                </a:ext>
              </a:extLst>
            </p:cNvPr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906;p3">
              <a:extLst>
                <a:ext uri="{FF2B5EF4-FFF2-40B4-BE49-F238E27FC236}">
                  <a16:creationId xmlns:a16="http://schemas.microsoft.com/office/drawing/2014/main" id="{6CA3206C-12EB-4F4B-01E7-4175EE9D8CEE}"/>
                </a:ext>
              </a:extLst>
            </p:cNvPr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907;p3">
              <a:extLst>
                <a:ext uri="{FF2B5EF4-FFF2-40B4-BE49-F238E27FC236}">
                  <a16:creationId xmlns:a16="http://schemas.microsoft.com/office/drawing/2014/main" id="{B87B5311-EF40-863A-932B-5F0047B37A66}"/>
                </a:ext>
              </a:extLst>
            </p:cNvPr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908;p3">
              <a:extLst>
                <a:ext uri="{FF2B5EF4-FFF2-40B4-BE49-F238E27FC236}">
                  <a16:creationId xmlns:a16="http://schemas.microsoft.com/office/drawing/2014/main" id="{CF8540AC-FB60-0D15-21C4-08A3D44AB5FA}"/>
                </a:ext>
              </a:extLst>
            </p:cNvPr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909;p3">
              <a:extLst>
                <a:ext uri="{FF2B5EF4-FFF2-40B4-BE49-F238E27FC236}">
                  <a16:creationId xmlns:a16="http://schemas.microsoft.com/office/drawing/2014/main" id="{4C66F4BD-7664-936B-DA99-586663641E11}"/>
                </a:ext>
              </a:extLst>
            </p:cNvPr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910;p3">
              <a:extLst>
                <a:ext uri="{FF2B5EF4-FFF2-40B4-BE49-F238E27FC236}">
                  <a16:creationId xmlns:a16="http://schemas.microsoft.com/office/drawing/2014/main" id="{581E5404-16FA-F301-4E71-0BFD9AAE766B}"/>
                </a:ext>
              </a:extLst>
            </p:cNvPr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911;p3">
              <a:extLst>
                <a:ext uri="{FF2B5EF4-FFF2-40B4-BE49-F238E27FC236}">
                  <a16:creationId xmlns:a16="http://schemas.microsoft.com/office/drawing/2014/main" id="{82D39A32-8F0D-2519-557A-50EF103912E3}"/>
                </a:ext>
              </a:extLst>
            </p:cNvPr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912;p3">
              <a:extLst>
                <a:ext uri="{FF2B5EF4-FFF2-40B4-BE49-F238E27FC236}">
                  <a16:creationId xmlns:a16="http://schemas.microsoft.com/office/drawing/2014/main" id="{30191DC1-E3E4-F28B-E663-D8E47F0C58B4}"/>
                </a:ext>
              </a:extLst>
            </p:cNvPr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913;p3">
              <a:extLst>
                <a:ext uri="{FF2B5EF4-FFF2-40B4-BE49-F238E27FC236}">
                  <a16:creationId xmlns:a16="http://schemas.microsoft.com/office/drawing/2014/main" id="{9C3D2CCD-8F6D-963F-4A88-E33E18C5702A}"/>
                </a:ext>
              </a:extLst>
            </p:cNvPr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914;p3">
              <a:extLst>
                <a:ext uri="{FF2B5EF4-FFF2-40B4-BE49-F238E27FC236}">
                  <a16:creationId xmlns:a16="http://schemas.microsoft.com/office/drawing/2014/main" id="{40EFDBA1-C140-5864-88CF-524E13BF1CC8}"/>
                </a:ext>
              </a:extLst>
            </p:cNvPr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915;p3">
              <a:extLst>
                <a:ext uri="{FF2B5EF4-FFF2-40B4-BE49-F238E27FC236}">
                  <a16:creationId xmlns:a16="http://schemas.microsoft.com/office/drawing/2014/main" id="{87D2EF36-9D18-AF58-C076-AC269703AC4C}"/>
                </a:ext>
              </a:extLst>
            </p:cNvPr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916;p3">
              <a:extLst>
                <a:ext uri="{FF2B5EF4-FFF2-40B4-BE49-F238E27FC236}">
                  <a16:creationId xmlns:a16="http://schemas.microsoft.com/office/drawing/2014/main" id="{6DE238F9-8B4E-86DC-1434-CF61E71C8F85}"/>
                </a:ext>
              </a:extLst>
            </p:cNvPr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917;p3">
              <a:extLst>
                <a:ext uri="{FF2B5EF4-FFF2-40B4-BE49-F238E27FC236}">
                  <a16:creationId xmlns:a16="http://schemas.microsoft.com/office/drawing/2014/main" id="{EE86D2C0-9306-675E-CBD4-F233B58AF05A}"/>
                </a:ext>
              </a:extLst>
            </p:cNvPr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918;p3">
              <a:extLst>
                <a:ext uri="{FF2B5EF4-FFF2-40B4-BE49-F238E27FC236}">
                  <a16:creationId xmlns:a16="http://schemas.microsoft.com/office/drawing/2014/main" id="{7E3F9D3E-075D-91EA-0D72-81391B6EE0AF}"/>
                </a:ext>
              </a:extLst>
            </p:cNvPr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919;p3">
              <a:extLst>
                <a:ext uri="{FF2B5EF4-FFF2-40B4-BE49-F238E27FC236}">
                  <a16:creationId xmlns:a16="http://schemas.microsoft.com/office/drawing/2014/main" id="{14D49CDF-108F-9EB9-DDA8-829E113FCD85}"/>
                </a:ext>
              </a:extLst>
            </p:cNvPr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920;p3">
              <a:extLst>
                <a:ext uri="{FF2B5EF4-FFF2-40B4-BE49-F238E27FC236}">
                  <a16:creationId xmlns:a16="http://schemas.microsoft.com/office/drawing/2014/main" id="{B81CF1DE-5C40-CE95-0C96-FDFCB8247236}"/>
                </a:ext>
              </a:extLst>
            </p:cNvPr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921;p3">
              <a:extLst>
                <a:ext uri="{FF2B5EF4-FFF2-40B4-BE49-F238E27FC236}">
                  <a16:creationId xmlns:a16="http://schemas.microsoft.com/office/drawing/2014/main" id="{D98333AF-FBDB-FE5E-78FE-366D27C8C9E1}"/>
                </a:ext>
              </a:extLst>
            </p:cNvPr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922;p3">
              <a:extLst>
                <a:ext uri="{FF2B5EF4-FFF2-40B4-BE49-F238E27FC236}">
                  <a16:creationId xmlns:a16="http://schemas.microsoft.com/office/drawing/2014/main" id="{43C02A04-CC34-3367-7E44-C930EB02B001}"/>
                </a:ext>
              </a:extLst>
            </p:cNvPr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923;p3">
              <a:extLst>
                <a:ext uri="{FF2B5EF4-FFF2-40B4-BE49-F238E27FC236}">
                  <a16:creationId xmlns:a16="http://schemas.microsoft.com/office/drawing/2014/main" id="{74A893B6-0357-E924-E956-BEF0A44B5D51}"/>
                </a:ext>
              </a:extLst>
            </p:cNvPr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924;p3">
              <a:extLst>
                <a:ext uri="{FF2B5EF4-FFF2-40B4-BE49-F238E27FC236}">
                  <a16:creationId xmlns:a16="http://schemas.microsoft.com/office/drawing/2014/main" id="{3021231F-839A-DCDD-53C1-C6547AB62688}"/>
                </a:ext>
              </a:extLst>
            </p:cNvPr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925;p3">
              <a:extLst>
                <a:ext uri="{FF2B5EF4-FFF2-40B4-BE49-F238E27FC236}">
                  <a16:creationId xmlns:a16="http://schemas.microsoft.com/office/drawing/2014/main" id="{D783C130-D650-D0A0-210D-4B3DD9D2D281}"/>
                </a:ext>
              </a:extLst>
            </p:cNvPr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926;p3">
              <a:extLst>
                <a:ext uri="{FF2B5EF4-FFF2-40B4-BE49-F238E27FC236}">
                  <a16:creationId xmlns:a16="http://schemas.microsoft.com/office/drawing/2014/main" id="{78360000-24D7-C323-83FB-FC4A04B67EAE}"/>
                </a:ext>
              </a:extLst>
            </p:cNvPr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927;p3">
              <a:extLst>
                <a:ext uri="{FF2B5EF4-FFF2-40B4-BE49-F238E27FC236}">
                  <a16:creationId xmlns:a16="http://schemas.microsoft.com/office/drawing/2014/main" id="{A0717E36-0CCC-EED8-0AEF-B0658CB31F21}"/>
                </a:ext>
              </a:extLst>
            </p:cNvPr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928;p3">
              <a:extLst>
                <a:ext uri="{FF2B5EF4-FFF2-40B4-BE49-F238E27FC236}">
                  <a16:creationId xmlns:a16="http://schemas.microsoft.com/office/drawing/2014/main" id="{0F79B850-3D20-4EE8-E854-6D179F0070B6}"/>
                </a:ext>
              </a:extLst>
            </p:cNvPr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929;p3">
              <a:extLst>
                <a:ext uri="{FF2B5EF4-FFF2-40B4-BE49-F238E27FC236}">
                  <a16:creationId xmlns:a16="http://schemas.microsoft.com/office/drawing/2014/main" id="{22711180-67DD-84A4-7843-71C432399D6B}"/>
                </a:ext>
              </a:extLst>
            </p:cNvPr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930;p3">
              <a:extLst>
                <a:ext uri="{FF2B5EF4-FFF2-40B4-BE49-F238E27FC236}">
                  <a16:creationId xmlns:a16="http://schemas.microsoft.com/office/drawing/2014/main" id="{1537C7C7-F579-29DD-F459-B827B5539AB2}"/>
                </a:ext>
              </a:extLst>
            </p:cNvPr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931;p3">
              <a:extLst>
                <a:ext uri="{FF2B5EF4-FFF2-40B4-BE49-F238E27FC236}">
                  <a16:creationId xmlns:a16="http://schemas.microsoft.com/office/drawing/2014/main" id="{CE8115B6-5374-17E7-7F5D-CABA2C8EEF6E}"/>
                </a:ext>
              </a:extLst>
            </p:cNvPr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932;p3">
              <a:extLst>
                <a:ext uri="{FF2B5EF4-FFF2-40B4-BE49-F238E27FC236}">
                  <a16:creationId xmlns:a16="http://schemas.microsoft.com/office/drawing/2014/main" id="{CA63C873-B451-5EFE-2725-4CE4F3F10F8D}"/>
                </a:ext>
              </a:extLst>
            </p:cNvPr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933;p3">
              <a:extLst>
                <a:ext uri="{FF2B5EF4-FFF2-40B4-BE49-F238E27FC236}">
                  <a16:creationId xmlns:a16="http://schemas.microsoft.com/office/drawing/2014/main" id="{6F8F79E9-B8AC-E40B-1B7A-FBF7E9DEC9AF}"/>
                </a:ext>
              </a:extLst>
            </p:cNvPr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934;p3">
              <a:extLst>
                <a:ext uri="{FF2B5EF4-FFF2-40B4-BE49-F238E27FC236}">
                  <a16:creationId xmlns:a16="http://schemas.microsoft.com/office/drawing/2014/main" id="{220BEB04-197F-5B32-CFA5-05366C33564F}"/>
                </a:ext>
              </a:extLst>
            </p:cNvPr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935;p3">
              <a:extLst>
                <a:ext uri="{FF2B5EF4-FFF2-40B4-BE49-F238E27FC236}">
                  <a16:creationId xmlns:a16="http://schemas.microsoft.com/office/drawing/2014/main" id="{F6B06E27-04B6-6D2E-D264-0D3732DEE7BD}"/>
                </a:ext>
              </a:extLst>
            </p:cNvPr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936;p3">
              <a:extLst>
                <a:ext uri="{FF2B5EF4-FFF2-40B4-BE49-F238E27FC236}">
                  <a16:creationId xmlns:a16="http://schemas.microsoft.com/office/drawing/2014/main" id="{7A7705AA-CD14-B712-6EB5-BF768AED8D66}"/>
                </a:ext>
              </a:extLst>
            </p:cNvPr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937;p3">
              <a:extLst>
                <a:ext uri="{FF2B5EF4-FFF2-40B4-BE49-F238E27FC236}">
                  <a16:creationId xmlns:a16="http://schemas.microsoft.com/office/drawing/2014/main" id="{AD3FED60-B4FF-33FA-3782-8D601E8DCBA5}"/>
                </a:ext>
              </a:extLst>
            </p:cNvPr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938;p3">
              <a:extLst>
                <a:ext uri="{FF2B5EF4-FFF2-40B4-BE49-F238E27FC236}">
                  <a16:creationId xmlns:a16="http://schemas.microsoft.com/office/drawing/2014/main" id="{0B52AFBB-49FD-912F-28B0-5475B7474024}"/>
                </a:ext>
              </a:extLst>
            </p:cNvPr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939;p3">
              <a:extLst>
                <a:ext uri="{FF2B5EF4-FFF2-40B4-BE49-F238E27FC236}">
                  <a16:creationId xmlns:a16="http://schemas.microsoft.com/office/drawing/2014/main" id="{62B939D8-A644-705F-33E2-EB554B922381}"/>
                </a:ext>
              </a:extLst>
            </p:cNvPr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415" name="Google Shape;940;p3">
            <a:extLst>
              <a:ext uri="{FF2B5EF4-FFF2-40B4-BE49-F238E27FC236}">
                <a16:creationId xmlns:a16="http://schemas.microsoft.com/office/drawing/2014/main" id="{19AB9F2F-AE0D-D9A2-8043-2A52D0AE3DB2}"/>
              </a:ext>
            </a:extLst>
          </p:cNvPr>
          <p:cNvGrpSpPr/>
          <p:nvPr userDrawn="1"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416" name="Google Shape;941;p3">
              <a:extLst>
                <a:ext uri="{FF2B5EF4-FFF2-40B4-BE49-F238E27FC236}">
                  <a16:creationId xmlns:a16="http://schemas.microsoft.com/office/drawing/2014/main" id="{E6E37ED0-F145-74FE-4C95-81EB73389418}"/>
                </a:ext>
              </a:extLst>
            </p:cNvPr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942;p3">
              <a:extLst>
                <a:ext uri="{FF2B5EF4-FFF2-40B4-BE49-F238E27FC236}">
                  <a16:creationId xmlns:a16="http://schemas.microsoft.com/office/drawing/2014/main" id="{7FB7A31B-A7ED-0ECC-4835-558E1D1A0E81}"/>
                </a:ext>
              </a:extLst>
            </p:cNvPr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943;p3">
              <a:extLst>
                <a:ext uri="{FF2B5EF4-FFF2-40B4-BE49-F238E27FC236}">
                  <a16:creationId xmlns:a16="http://schemas.microsoft.com/office/drawing/2014/main" id="{8F8F3BC7-E07B-C376-E8AC-94835F35C840}"/>
                </a:ext>
              </a:extLst>
            </p:cNvPr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944;p3">
              <a:extLst>
                <a:ext uri="{FF2B5EF4-FFF2-40B4-BE49-F238E27FC236}">
                  <a16:creationId xmlns:a16="http://schemas.microsoft.com/office/drawing/2014/main" id="{96D1C622-35AA-490E-7DFB-8C4B8327CAF1}"/>
                </a:ext>
              </a:extLst>
            </p:cNvPr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945;p3">
              <a:extLst>
                <a:ext uri="{FF2B5EF4-FFF2-40B4-BE49-F238E27FC236}">
                  <a16:creationId xmlns:a16="http://schemas.microsoft.com/office/drawing/2014/main" id="{70543422-0D47-57B4-3DE2-8F85A6931A85}"/>
                </a:ext>
              </a:extLst>
            </p:cNvPr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946;p3">
              <a:extLst>
                <a:ext uri="{FF2B5EF4-FFF2-40B4-BE49-F238E27FC236}">
                  <a16:creationId xmlns:a16="http://schemas.microsoft.com/office/drawing/2014/main" id="{46064CD0-7D6B-E112-293F-9F7523FE19A5}"/>
                </a:ext>
              </a:extLst>
            </p:cNvPr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947;p3">
              <a:extLst>
                <a:ext uri="{FF2B5EF4-FFF2-40B4-BE49-F238E27FC236}">
                  <a16:creationId xmlns:a16="http://schemas.microsoft.com/office/drawing/2014/main" id="{7DD30863-15AA-3579-6DA0-A7C5A10F1311}"/>
                </a:ext>
              </a:extLst>
            </p:cNvPr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948;p3">
              <a:extLst>
                <a:ext uri="{FF2B5EF4-FFF2-40B4-BE49-F238E27FC236}">
                  <a16:creationId xmlns:a16="http://schemas.microsoft.com/office/drawing/2014/main" id="{561F287A-F8CD-566A-10FD-43BE47F2BF12}"/>
                </a:ext>
              </a:extLst>
            </p:cNvPr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949;p3">
              <a:extLst>
                <a:ext uri="{FF2B5EF4-FFF2-40B4-BE49-F238E27FC236}">
                  <a16:creationId xmlns:a16="http://schemas.microsoft.com/office/drawing/2014/main" id="{4A2C14B6-11C1-B1AD-52EC-401FDCCFA0D4}"/>
                </a:ext>
              </a:extLst>
            </p:cNvPr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950;p3">
              <a:extLst>
                <a:ext uri="{FF2B5EF4-FFF2-40B4-BE49-F238E27FC236}">
                  <a16:creationId xmlns:a16="http://schemas.microsoft.com/office/drawing/2014/main" id="{A08AC5D1-64CC-AEA7-7EFD-ADAE90F0E6B3}"/>
                </a:ext>
              </a:extLst>
            </p:cNvPr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951;p3">
              <a:extLst>
                <a:ext uri="{FF2B5EF4-FFF2-40B4-BE49-F238E27FC236}">
                  <a16:creationId xmlns:a16="http://schemas.microsoft.com/office/drawing/2014/main" id="{CD6DCBAE-9407-1A3D-4B30-98B0F7B1CFD5}"/>
                </a:ext>
              </a:extLst>
            </p:cNvPr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952;p3">
              <a:extLst>
                <a:ext uri="{FF2B5EF4-FFF2-40B4-BE49-F238E27FC236}">
                  <a16:creationId xmlns:a16="http://schemas.microsoft.com/office/drawing/2014/main" id="{B3BB7D53-5340-0AE2-FE5A-A4E209F67416}"/>
                </a:ext>
              </a:extLst>
            </p:cNvPr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953;p3">
              <a:extLst>
                <a:ext uri="{FF2B5EF4-FFF2-40B4-BE49-F238E27FC236}">
                  <a16:creationId xmlns:a16="http://schemas.microsoft.com/office/drawing/2014/main" id="{141DECE7-B2EF-47D5-0508-B7722C7A5405}"/>
                </a:ext>
              </a:extLst>
            </p:cNvPr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954;p3">
              <a:extLst>
                <a:ext uri="{FF2B5EF4-FFF2-40B4-BE49-F238E27FC236}">
                  <a16:creationId xmlns:a16="http://schemas.microsoft.com/office/drawing/2014/main" id="{DC897899-AAB3-E234-DC5E-2E74B6CAEA43}"/>
                </a:ext>
              </a:extLst>
            </p:cNvPr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955;p3">
              <a:extLst>
                <a:ext uri="{FF2B5EF4-FFF2-40B4-BE49-F238E27FC236}">
                  <a16:creationId xmlns:a16="http://schemas.microsoft.com/office/drawing/2014/main" id="{7936193D-3404-FEC7-4248-A6178204D8C2}"/>
                </a:ext>
              </a:extLst>
            </p:cNvPr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956;p3">
              <a:extLst>
                <a:ext uri="{FF2B5EF4-FFF2-40B4-BE49-F238E27FC236}">
                  <a16:creationId xmlns:a16="http://schemas.microsoft.com/office/drawing/2014/main" id="{6B359195-BD2D-5944-2D3C-3289C67A97C1}"/>
                </a:ext>
              </a:extLst>
            </p:cNvPr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957;p3">
              <a:extLst>
                <a:ext uri="{FF2B5EF4-FFF2-40B4-BE49-F238E27FC236}">
                  <a16:creationId xmlns:a16="http://schemas.microsoft.com/office/drawing/2014/main" id="{092A798B-92AC-CF2D-A5B2-FB5773A7761A}"/>
                </a:ext>
              </a:extLst>
            </p:cNvPr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958;p3">
              <a:extLst>
                <a:ext uri="{FF2B5EF4-FFF2-40B4-BE49-F238E27FC236}">
                  <a16:creationId xmlns:a16="http://schemas.microsoft.com/office/drawing/2014/main" id="{148F27BA-FE3C-F6E4-9BC5-1BFFB087F959}"/>
                </a:ext>
              </a:extLst>
            </p:cNvPr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959;p3">
              <a:extLst>
                <a:ext uri="{FF2B5EF4-FFF2-40B4-BE49-F238E27FC236}">
                  <a16:creationId xmlns:a16="http://schemas.microsoft.com/office/drawing/2014/main" id="{BF56C012-3DEA-E4A3-9CED-DC02863162F0}"/>
                </a:ext>
              </a:extLst>
            </p:cNvPr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960;p3">
              <a:extLst>
                <a:ext uri="{FF2B5EF4-FFF2-40B4-BE49-F238E27FC236}">
                  <a16:creationId xmlns:a16="http://schemas.microsoft.com/office/drawing/2014/main" id="{507ACB12-83B4-2BB8-4C77-7DB37A707D99}"/>
                </a:ext>
              </a:extLst>
            </p:cNvPr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961;p3">
              <a:extLst>
                <a:ext uri="{FF2B5EF4-FFF2-40B4-BE49-F238E27FC236}">
                  <a16:creationId xmlns:a16="http://schemas.microsoft.com/office/drawing/2014/main" id="{F4518AAD-B81F-4144-20AB-C17A352688B6}"/>
                </a:ext>
              </a:extLst>
            </p:cNvPr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962;p3">
              <a:extLst>
                <a:ext uri="{FF2B5EF4-FFF2-40B4-BE49-F238E27FC236}">
                  <a16:creationId xmlns:a16="http://schemas.microsoft.com/office/drawing/2014/main" id="{A967052A-78FF-32A3-F421-5A5A9581FF9F}"/>
                </a:ext>
              </a:extLst>
            </p:cNvPr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963;p3">
              <a:extLst>
                <a:ext uri="{FF2B5EF4-FFF2-40B4-BE49-F238E27FC236}">
                  <a16:creationId xmlns:a16="http://schemas.microsoft.com/office/drawing/2014/main" id="{37AFC3FB-CCBB-7EE3-2DBB-35E986130CA5}"/>
                </a:ext>
              </a:extLst>
            </p:cNvPr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964;p3">
              <a:extLst>
                <a:ext uri="{FF2B5EF4-FFF2-40B4-BE49-F238E27FC236}">
                  <a16:creationId xmlns:a16="http://schemas.microsoft.com/office/drawing/2014/main" id="{033B6B08-9F9E-AC6E-98A2-804975B69449}"/>
                </a:ext>
              </a:extLst>
            </p:cNvPr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965;p3">
              <a:extLst>
                <a:ext uri="{FF2B5EF4-FFF2-40B4-BE49-F238E27FC236}">
                  <a16:creationId xmlns:a16="http://schemas.microsoft.com/office/drawing/2014/main" id="{8B5045DA-07B9-726E-682A-412A509F68D1}"/>
                </a:ext>
              </a:extLst>
            </p:cNvPr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966;p3">
              <a:extLst>
                <a:ext uri="{FF2B5EF4-FFF2-40B4-BE49-F238E27FC236}">
                  <a16:creationId xmlns:a16="http://schemas.microsoft.com/office/drawing/2014/main" id="{53EDBE14-29A7-DF7A-0D75-3F6DA8FEB9F4}"/>
                </a:ext>
              </a:extLst>
            </p:cNvPr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967;p3">
              <a:extLst>
                <a:ext uri="{FF2B5EF4-FFF2-40B4-BE49-F238E27FC236}">
                  <a16:creationId xmlns:a16="http://schemas.microsoft.com/office/drawing/2014/main" id="{0CB7D577-7430-381F-626E-7BC73F0A522C}"/>
                </a:ext>
              </a:extLst>
            </p:cNvPr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968;p3">
              <a:extLst>
                <a:ext uri="{FF2B5EF4-FFF2-40B4-BE49-F238E27FC236}">
                  <a16:creationId xmlns:a16="http://schemas.microsoft.com/office/drawing/2014/main" id="{2E6C1D4C-9349-10AD-E176-DFF63D494375}"/>
                </a:ext>
              </a:extLst>
            </p:cNvPr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969;p3">
              <a:extLst>
                <a:ext uri="{FF2B5EF4-FFF2-40B4-BE49-F238E27FC236}">
                  <a16:creationId xmlns:a16="http://schemas.microsoft.com/office/drawing/2014/main" id="{E567D898-41A1-5468-9103-C31C5C6720A5}"/>
                </a:ext>
              </a:extLst>
            </p:cNvPr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970;p3">
              <a:extLst>
                <a:ext uri="{FF2B5EF4-FFF2-40B4-BE49-F238E27FC236}">
                  <a16:creationId xmlns:a16="http://schemas.microsoft.com/office/drawing/2014/main" id="{602E4517-3348-E776-85CD-B96D74AF638D}"/>
                </a:ext>
              </a:extLst>
            </p:cNvPr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971;p3">
              <a:extLst>
                <a:ext uri="{FF2B5EF4-FFF2-40B4-BE49-F238E27FC236}">
                  <a16:creationId xmlns:a16="http://schemas.microsoft.com/office/drawing/2014/main" id="{B5351BF5-0C1A-78B1-CE5F-2B3E273FC959}"/>
                </a:ext>
              </a:extLst>
            </p:cNvPr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972;p3">
              <a:extLst>
                <a:ext uri="{FF2B5EF4-FFF2-40B4-BE49-F238E27FC236}">
                  <a16:creationId xmlns:a16="http://schemas.microsoft.com/office/drawing/2014/main" id="{B0CB4D6F-5B96-38DA-FD28-EE8EF5DDA972}"/>
                </a:ext>
              </a:extLst>
            </p:cNvPr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973;p3">
              <a:extLst>
                <a:ext uri="{FF2B5EF4-FFF2-40B4-BE49-F238E27FC236}">
                  <a16:creationId xmlns:a16="http://schemas.microsoft.com/office/drawing/2014/main" id="{237D9FE9-7C08-7684-B537-0BF8E2D19E61}"/>
                </a:ext>
              </a:extLst>
            </p:cNvPr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974;p3">
              <a:extLst>
                <a:ext uri="{FF2B5EF4-FFF2-40B4-BE49-F238E27FC236}">
                  <a16:creationId xmlns:a16="http://schemas.microsoft.com/office/drawing/2014/main" id="{1C45EB52-1C0E-8DA7-A2C5-220EE96C480D}"/>
                </a:ext>
              </a:extLst>
            </p:cNvPr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975;p3">
              <a:extLst>
                <a:ext uri="{FF2B5EF4-FFF2-40B4-BE49-F238E27FC236}">
                  <a16:creationId xmlns:a16="http://schemas.microsoft.com/office/drawing/2014/main" id="{D4B2E120-1758-0176-54CD-3327AFB622B1}"/>
                </a:ext>
              </a:extLst>
            </p:cNvPr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976;p3">
              <a:extLst>
                <a:ext uri="{FF2B5EF4-FFF2-40B4-BE49-F238E27FC236}">
                  <a16:creationId xmlns:a16="http://schemas.microsoft.com/office/drawing/2014/main" id="{FAB8CCD6-16EC-0FC8-53E1-23934F7D2FE7}"/>
                </a:ext>
              </a:extLst>
            </p:cNvPr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977;p3">
              <a:extLst>
                <a:ext uri="{FF2B5EF4-FFF2-40B4-BE49-F238E27FC236}">
                  <a16:creationId xmlns:a16="http://schemas.microsoft.com/office/drawing/2014/main" id="{948F53F0-2346-C908-95E7-96271CEC6DBD}"/>
                </a:ext>
              </a:extLst>
            </p:cNvPr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978;p3">
              <a:extLst>
                <a:ext uri="{FF2B5EF4-FFF2-40B4-BE49-F238E27FC236}">
                  <a16:creationId xmlns:a16="http://schemas.microsoft.com/office/drawing/2014/main" id="{DE72C4D1-F94B-58D8-D530-436E756F494E}"/>
                </a:ext>
              </a:extLst>
            </p:cNvPr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979;p3">
              <a:extLst>
                <a:ext uri="{FF2B5EF4-FFF2-40B4-BE49-F238E27FC236}">
                  <a16:creationId xmlns:a16="http://schemas.microsoft.com/office/drawing/2014/main" id="{34558BCE-E0D5-96F6-6A69-7AE97AF6E4C3}"/>
                </a:ext>
              </a:extLst>
            </p:cNvPr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980;p3">
              <a:extLst>
                <a:ext uri="{FF2B5EF4-FFF2-40B4-BE49-F238E27FC236}">
                  <a16:creationId xmlns:a16="http://schemas.microsoft.com/office/drawing/2014/main" id="{89071C8E-6436-168F-61AB-C54B310EAC34}"/>
                </a:ext>
              </a:extLst>
            </p:cNvPr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981;p3">
              <a:extLst>
                <a:ext uri="{FF2B5EF4-FFF2-40B4-BE49-F238E27FC236}">
                  <a16:creationId xmlns:a16="http://schemas.microsoft.com/office/drawing/2014/main" id="{C6E3EDBE-D120-421D-2FA5-46899CD4548D}"/>
                </a:ext>
              </a:extLst>
            </p:cNvPr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982;p3">
              <a:extLst>
                <a:ext uri="{FF2B5EF4-FFF2-40B4-BE49-F238E27FC236}">
                  <a16:creationId xmlns:a16="http://schemas.microsoft.com/office/drawing/2014/main" id="{B1267739-663B-2781-6AD2-FC8F07C27479}"/>
                </a:ext>
              </a:extLst>
            </p:cNvPr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983;p3">
              <a:extLst>
                <a:ext uri="{FF2B5EF4-FFF2-40B4-BE49-F238E27FC236}">
                  <a16:creationId xmlns:a16="http://schemas.microsoft.com/office/drawing/2014/main" id="{D442A608-A211-E55B-E4BD-D90690C344E3}"/>
                </a:ext>
              </a:extLst>
            </p:cNvPr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984;p3">
              <a:extLst>
                <a:ext uri="{FF2B5EF4-FFF2-40B4-BE49-F238E27FC236}">
                  <a16:creationId xmlns:a16="http://schemas.microsoft.com/office/drawing/2014/main" id="{7E413731-5543-EB5C-1DAD-27943F0554FD}"/>
                </a:ext>
              </a:extLst>
            </p:cNvPr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985;p3">
              <a:extLst>
                <a:ext uri="{FF2B5EF4-FFF2-40B4-BE49-F238E27FC236}">
                  <a16:creationId xmlns:a16="http://schemas.microsoft.com/office/drawing/2014/main" id="{44EE679A-E6BA-6B6F-C505-768FCC1425D6}"/>
                </a:ext>
              </a:extLst>
            </p:cNvPr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986;p3">
              <a:extLst>
                <a:ext uri="{FF2B5EF4-FFF2-40B4-BE49-F238E27FC236}">
                  <a16:creationId xmlns:a16="http://schemas.microsoft.com/office/drawing/2014/main" id="{C7175749-DC9F-F6C2-80DC-E6A12B52A565}"/>
                </a:ext>
              </a:extLst>
            </p:cNvPr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987;p3">
              <a:extLst>
                <a:ext uri="{FF2B5EF4-FFF2-40B4-BE49-F238E27FC236}">
                  <a16:creationId xmlns:a16="http://schemas.microsoft.com/office/drawing/2014/main" id="{52DC298D-7339-B84A-BDCD-608C109854F1}"/>
                </a:ext>
              </a:extLst>
            </p:cNvPr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988;p3">
              <a:extLst>
                <a:ext uri="{FF2B5EF4-FFF2-40B4-BE49-F238E27FC236}">
                  <a16:creationId xmlns:a16="http://schemas.microsoft.com/office/drawing/2014/main" id="{905B43B2-D3C5-7964-DC8D-7B7D660545BB}"/>
                </a:ext>
              </a:extLst>
            </p:cNvPr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989;p3">
              <a:extLst>
                <a:ext uri="{FF2B5EF4-FFF2-40B4-BE49-F238E27FC236}">
                  <a16:creationId xmlns:a16="http://schemas.microsoft.com/office/drawing/2014/main" id="{8C1A9AFD-2F39-CE6D-CC56-5909F5AC8685}"/>
                </a:ext>
              </a:extLst>
            </p:cNvPr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990;p3">
              <a:extLst>
                <a:ext uri="{FF2B5EF4-FFF2-40B4-BE49-F238E27FC236}">
                  <a16:creationId xmlns:a16="http://schemas.microsoft.com/office/drawing/2014/main" id="{D7CF03B2-CFCF-D857-BE18-75A3570C12EF}"/>
                </a:ext>
              </a:extLst>
            </p:cNvPr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991;p3">
              <a:extLst>
                <a:ext uri="{FF2B5EF4-FFF2-40B4-BE49-F238E27FC236}">
                  <a16:creationId xmlns:a16="http://schemas.microsoft.com/office/drawing/2014/main" id="{DE2187E8-34EC-34F4-B72B-D4942B1E16BC}"/>
                </a:ext>
              </a:extLst>
            </p:cNvPr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992;p3">
              <a:extLst>
                <a:ext uri="{FF2B5EF4-FFF2-40B4-BE49-F238E27FC236}">
                  <a16:creationId xmlns:a16="http://schemas.microsoft.com/office/drawing/2014/main" id="{9EABE66B-059E-CF2A-902E-0DEA8D3C80F9}"/>
                </a:ext>
              </a:extLst>
            </p:cNvPr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993;p3">
              <a:extLst>
                <a:ext uri="{FF2B5EF4-FFF2-40B4-BE49-F238E27FC236}">
                  <a16:creationId xmlns:a16="http://schemas.microsoft.com/office/drawing/2014/main" id="{CE7E43F6-C82F-80AD-8521-EF8DC1373ADE}"/>
                </a:ext>
              </a:extLst>
            </p:cNvPr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994;p3">
              <a:extLst>
                <a:ext uri="{FF2B5EF4-FFF2-40B4-BE49-F238E27FC236}">
                  <a16:creationId xmlns:a16="http://schemas.microsoft.com/office/drawing/2014/main" id="{61631594-01A7-8382-8B0F-24D0A87BC439}"/>
                </a:ext>
              </a:extLst>
            </p:cNvPr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995;p3">
              <a:extLst>
                <a:ext uri="{FF2B5EF4-FFF2-40B4-BE49-F238E27FC236}">
                  <a16:creationId xmlns:a16="http://schemas.microsoft.com/office/drawing/2014/main" id="{0BE51D85-0620-F0B5-7499-1E77CE807189}"/>
                </a:ext>
              </a:extLst>
            </p:cNvPr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996;p3">
              <a:extLst>
                <a:ext uri="{FF2B5EF4-FFF2-40B4-BE49-F238E27FC236}">
                  <a16:creationId xmlns:a16="http://schemas.microsoft.com/office/drawing/2014/main" id="{3AA06EF9-B7E9-DECF-30C8-6B0939628DF8}"/>
                </a:ext>
              </a:extLst>
            </p:cNvPr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997;p3">
              <a:extLst>
                <a:ext uri="{FF2B5EF4-FFF2-40B4-BE49-F238E27FC236}">
                  <a16:creationId xmlns:a16="http://schemas.microsoft.com/office/drawing/2014/main" id="{E2F43FA7-32C8-CDDA-38B7-8BA8D9854AA8}"/>
                </a:ext>
              </a:extLst>
            </p:cNvPr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998;p3">
              <a:extLst>
                <a:ext uri="{FF2B5EF4-FFF2-40B4-BE49-F238E27FC236}">
                  <a16:creationId xmlns:a16="http://schemas.microsoft.com/office/drawing/2014/main" id="{36582B84-5ABE-F2E2-3B30-790CA384A6C8}"/>
                </a:ext>
              </a:extLst>
            </p:cNvPr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999;p3">
              <a:extLst>
                <a:ext uri="{FF2B5EF4-FFF2-40B4-BE49-F238E27FC236}">
                  <a16:creationId xmlns:a16="http://schemas.microsoft.com/office/drawing/2014/main" id="{FA561E0B-181D-B913-2022-6BF59F8C33D6}"/>
                </a:ext>
              </a:extLst>
            </p:cNvPr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1000;p3">
              <a:extLst>
                <a:ext uri="{FF2B5EF4-FFF2-40B4-BE49-F238E27FC236}">
                  <a16:creationId xmlns:a16="http://schemas.microsoft.com/office/drawing/2014/main" id="{473DE004-85B0-74B4-ECC1-76F6972D97CD}"/>
                </a:ext>
              </a:extLst>
            </p:cNvPr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1001;p3">
              <a:extLst>
                <a:ext uri="{FF2B5EF4-FFF2-40B4-BE49-F238E27FC236}">
                  <a16:creationId xmlns:a16="http://schemas.microsoft.com/office/drawing/2014/main" id="{AA3EDDCF-7E6A-144E-EBDD-C3F43AF9205B}"/>
                </a:ext>
              </a:extLst>
            </p:cNvPr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1002;p3">
              <a:extLst>
                <a:ext uri="{FF2B5EF4-FFF2-40B4-BE49-F238E27FC236}">
                  <a16:creationId xmlns:a16="http://schemas.microsoft.com/office/drawing/2014/main" id="{04D05783-ED5A-9807-B27C-0BE5D41BF8F3}"/>
                </a:ext>
              </a:extLst>
            </p:cNvPr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1003;p3">
              <a:extLst>
                <a:ext uri="{FF2B5EF4-FFF2-40B4-BE49-F238E27FC236}">
                  <a16:creationId xmlns:a16="http://schemas.microsoft.com/office/drawing/2014/main" id="{97338E56-81A7-0578-38FF-B7E99E38F6A9}"/>
                </a:ext>
              </a:extLst>
            </p:cNvPr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1004;p3">
              <a:extLst>
                <a:ext uri="{FF2B5EF4-FFF2-40B4-BE49-F238E27FC236}">
                  <a16:creationId xmlns:a16="http://schemas.microsoft.com/office/drawing/2014/main" id="{6096556E-FE91-2B79-C8CA-5B37B27E9618}"/>
                </a:ext>
              </a:extLst>
            </p:cNvPr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1005;p3">
              <a:extLst>
                <a:ext uri="{FF2B5EF4-FFF2-40B4-BE49-F238E27FC236}">
                  <a16:creationId xmlns:a16="http://schemas.microsoft.com/office/drawing/2014/main" id="{F190C575-F012-B052-1BF1-CAEBCF4D92D5}"/>
                </a:ext>
              </a:extLst>
            </p:cNvPr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1006;p3">
              <a:extLst>
                <a:ext uri="{FF2B5EF4-FFF2-40B4-BE49-F238E27FC236}">
                  <a16:creationId xmlns:a16="http://schemas.microsoft.com/office/drawing/2014/main" id="{6239BA00-F91A-4CA1-41C5-62BF8BAFF7BD}"/>
                </a:ext>
              </a:extLst>
            </p:cNvPr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1007;p3">
              <a:extLst>
                <a:ext uri="{FF2B5EF4-FFF2-40B4-BE49-F238E27FC236}">
                  <a16:creationId xmlns:a16="http://schemas.microsoft.com/office/drawing/2014/main" id="{914D3B8A-CC97-F7D0-7B91-14363DE423D0}"/>
                </a:ext>
              </a:extLst>
            </p:cNvPr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1008;p3">
              <a:extLst>
                <a:ext uri="{FF2B5EF4-FFF2-40B4-BE49-F238E27FC236}">
                  <a16:creationId xmlns:a16="http://schemas.microsoft.com/office/drawing/2014/main" id="{6890A53A-62C2-FF5C-1838-2EF1E65040DF}"/>
                </a:ext>
              </a:extLst>
            </p:cNvPr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1009;p3">
              <a:extLst>
                <a:ext uri="{FF2B5EF4-FFF2-40B4-BE49-F238E27FC236}">
                  <a16:creationId xmlns:a16="http://schemas.microsoft.com/office/drawing/2014/main" id="{D15D0CDD-4FCB-69E7-3C52-D70DC8C48E1D}"/>
                </a:ext>
              </a:extLst>
            </p:cNvPr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1010;p3">
              <a:extLst>
                <a:ext uri="{FF2B5EF4-FFF2-40B4-BE49-F238E27FC236}">
                  <a16:creationId xmlns:a16="http://schemas.microsoft.com/office/drawing/2014/main" id="{CE8C32E5-A4F9-56B8-CDE0-064A2EC88DC2}"/>
                </a:ext>
              </a:extLst>
            </p:cNvPr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1011;p3">
              <a:extLst>
                <a:ext uri="{FF2B5EF4-FFF2-40B4-BE49-F238E27FC236}">
                  <a16:creationId xmlns:a16="http://schemas.microsoft.com/office/drawing/2014/main" id="{9894A91F-4051-35E3-596E-95DDFD648792}"/>
                </a:ext>
              </a:extLst>
            </p:cNvPr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1012;p3">
              <a:extLst>
                <a:ext uri="{FF2B5EF4-FFF2-40B4-BE49-F238E27FC236}">
                  <a16:creationId xmlns:a16="http://schemas.microsoft.com/office/drawing/2014/main" id="{93C5ADD9-D4C0-BE8D-F64E-BEE0FC6614FB}"/>
                </a:ext>
              </a:extLst>
            </p:cNvPr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1013;p3">
              <a:extLst>
                <a:ext uri="{FF2B5EF4-FFF2-40B4-BE49-F238E27FC236}">
                  <a16:creationId xmlns:a16="http://schemas.microsoft.com/office/drawing/2014/main" id="{661A4F61-8DFC-33C1-54D3-6772DC3F31CA}"/>
                </a:ext>
              </a:extLst>
            </p:cNvPr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1014;p3">
              <a:extLst>
                <a:ext uri="{FF2B5EF4-FFF2-40B4-BE49-F238E27FC236}">
                  <a16:creationId xmlns:a16="http://schemas.microsoft.com/office/drawing/2014/main" id="{BA06788B-3CB3-1B37-C2CC-12210511BE2D}"/>
                </a:ext>
              </a:extLst>
            </p:cNvPr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1015;p3">
              <a:extLst>
                <a:ext uri="{FF2B5EF4-FFF2-40B4-BE49-F238E27FC236}">
                  <a16:creationId xmlns:a16="http://schemas.microsoft.com/office/drawing/2014/main" id="{BCB643B3-867D-2260-B6F2-A8DE428B937E}"/>
                </a:ext>
              </a:extLst>
            </p:cNvPr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1016;p3">
              <a:extLst>
                <a:ext uri="{FF2B5EF4-FFF2-40B4-BE49-F238E27FC236}">
                  <a16:creationId xmlns:a16="http://schemas.microsoft.com/office/drawing/2014/main" id="{59EB9EC2-1775-DB43-A1F0-6EB9D37A5D82}"/>
                </a:ext>
              </a:extLst>
            </p:cNvPr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1017;p3">
              <a:extLst>
                <a:ext uri="{FF2B5EF4-FFF2-40B4-BE49-F238E27FC236}">
                  <a16:creationId xmlns:a16="http://schemas.microsoft.com/office/drawing/2014/main" id="{7AA241E6-2079-41D6-1297-26A7F8E05B59}"/>
                </a:ext>
              </a:extLst>
            </p:cNvPr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1018;p3">
              <a:extLst>
                <a:ext uri="{FF2B5EF4-FFF2-40B4-BE49-F238E27FC236}">
                  <a16:creationId xmlns:a16="http://schemas.microsoft.com/office/drawing/2014/main" id="{891F8B1C-0FB6-6470-927F-5E5F778D0CF9}"/>
                </a:ext>
              </a:extLst>
            </p:cNvPr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1019;p3">
              <a:extLst>
                <a:ext uri="{FF2B5EF4-FFF2-40B4-BE49-F238E27FC236}">
                  <a16:creationId xmlns:a16="http://schemas.microsoft.com/office/drawing/2014/main" id="{34471BEA-6AD1-7251-AAC2-5CD273B7BB0B}"/>
                </a:ext>
              </a:extLst>
            </p:cNvPr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1020;p3">
              <a:extLst>
                <a:ext uri="{FF2B5EF4-FFF2-40B4-BE49-F238E27FC236}">
                  <a16:creationId xmlns:a16="http://schemas.microsoft.com/office/drawing/2014/main" id="{5A57054D-0CEE-64D0-9A88-1014BA06BB43}"/>
                </a:ext>
              </a:extLst>
            </p:cNvPr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1021;p3">
              <a:extLst>
                <a:ext uri="{FF2B5EF4-FFF2-40B4-BE49-F238E27FC236}">
                  <a16:creationId xmlns:a16="http://schemas.microsoft.com/office/drawing/2014/main" id="{4E2EB281-689F-85DA-A4D7-01696061E44B}"/>
                </a:ext>
              </a:extLst>
            </p:cNvPr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1022;p3">
              <a:extLst>
                <a:ext uri="{FF2B5EF4-FFF2-40B4-BE49-F238E27FC236}">
                  <a16:creationId xmlns:a16="http://schemas.microsoft.com/office/drawing/2014/main" id="{E63BDC6E-4B2B-9D49-9E1D-B9211CE88C2C}"/>
                </a:ext>
              </a:extLst>
            </p:cNvPr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1023;p3">
              <a:extLst>
                <a:ext uri="{FF2B5EF4-FFF2-40B4-BE49-F238E27FC236}">
                  <a16:creationId xmlns:a16="http://schemas.microsoft.com/office/drawing/2014/main" id="{1308067F-FEED-1337-4FDC-34E56F0C9166}"/>
                </a:ext>
              </a:extLst>
            </p:cNvPr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1024;p3">
              <a:extLst>
                <a:ext uri="{FF2B5EF4-FFF2-40B4-BE49-F238E27FC236}">
                  <a16:creationId xmlns:a16="http://schemas.microsoft.com/office/drawing/2014/main" id="{8A35A358-79A6-6CD5-E09E-234E712DB67E}"/>
                </a:ext>
              </a:extLst>
            </p:cNvPr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1025;p3">
              <a:extLst>
                <a:ext uri="{FF2B5EF4-FFF2-40B4-BE49-F238E27FC236}">
                  <a16:creationId xmlns:a16="http://schemas.microsoft.com/office/drawing/2014/main" id="{B49C1E51-39F9-587C-A6D3-E8CD9DE559A4}"/>
                </a:ext>
              </a:extLst>
            </p:cNvPr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1026;p3">
              <a:extLst>
                <a:ext uri="{FF2B5EF4-FFF2-40B4-BE49-F238E27FC236}">
                  <a16:creationId xmlns:a16="http://schemas.microsoft.com/office/drawing/2014/main" id="{A0657C30-27FA-5602-FDD6-74708C90CCF8}"/>
                </a:ext>
              </a:extLst>
            </p:cNvPr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1027;p3">
              <a:extLst>
                <a:ext uri="{FF2B5EF4-FFF2-40B4-BE49-F238E27FC236}">
                  <a16:creationId xmlns:a16="http://schemas.microsoft.com/office/drawing/2014/main" id="{56DD4D61-63BC-1412-CE0D-EEC4E628ECDD}"/>
                </a:ext>
              </a:extLst>
            </p:cNvPr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1028;p3">
              <a:extLst>
                <a:ext uri="{FF2B5EF4-FFF2-40B4-BE49-F238E27FC236}">
                  <a16:creationId xmlns:a16="http://schemas.microsoft.com/office/drawing/2014/main" id="{E3859B85-8BA2-46DE-1BCB-6A036604B93A}"/>
                </a:ext>
              </a:extLst>
            </p:cNvPr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1029;p3">
              <a:extLst>
                <a:ext uri="{FF2B5EF4-FFF2-40B4-BE49-F238E27FC236}">
                  <a16:creationId xmlns:a16="http://schemas.microsoft.com/office/drawing/2014/main" id="{EE0C5EF1-5D6E-2211-06E5-66A543F034C0}"/>
                </a:ext>
              </a:extLst>
            </p:cNvPr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1030;p3">
              <a:extLst>
                <a:ext uri="{FF2B5EF4-FFF2-40B4-BE49-F238E27FC236}">
                  <a16:creationId xmlns:a16="http://schemas.microsoft.com/office/drawing/2014/main" id="{CB9A87A6-3901-E045-26E9-69312831E4FA}"/>
                </a:ext>
              </a:extLst>
            </p:cNvPr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1031;p3">
              <a:extLst>
                <a:ext uri="{FF2B5EF4-FFF2-40B4-BE49-F238E27FC236}">
                  <a16:creationId xmlns:a16="http://schemas.microsoft.com/office/drawing/2014/main" id="{8767B7C8-F7F4-2397-DA03-80CB59EE472E}"/>
                </a:ext>
              </a:extLst>
            </p:cNvPr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1032;p3">
              <a:extLst>
                <a:ext uri="{FF2B5EF4-FFF2-40B4-BE49-F238E27FC236}">
                  <a16:creationId xmlns:a16="http://schemas.microsoft.com/office/drawing/2014/main" id="{FDB5E0CA-E2AB-3C52-7BB0-6C09151663C7}"/>
                </a:ext>
              </a:extLst>
            </p:cNvPr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1033;p3">
              <a:extLst>
                <a:ext uri="{FF2B5EF4-FFF2-40B4-BE49-F238E27FC236}">
                  <a16:creationId xmlns:a16="http://schemas.microsoft.com/office/drawing/2014/main" id="{C11C437B-9C93-6D96-F49C-8E1A90660DCE}"/>
                </a:ext>
              </a:extLst>
            </p:cNvPr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1034;p3">
              <a:extLst>
                <a:ext uri="{FF2B5EF4-FFF2-40B4-BE49-F238E27FC236}">
                  <a16:creationId xmlns:a16="http://schemas.microsoft.com/office/drawing/2014/main" id="{9EACE02C-3644-EDED-2FF4-DB96D29D510D}"/>
                </a:ext>
              </a:extLst>
            </p:cNvPr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1035;p3">
              <a:extLst>
                <a:ext uri="{FF2B5EF4-FFF2-40B4-BE49-F238E27FC236}">
                  <a16:creationId xmlns:a16="http://schemas.microsoft.com/office/drawing/2014/main" id="{302829FA-B17C-7693-9E00-36EC3C67E3E4}"/>
                </a:ext>
              </a:extLst>
            </p:cNvPr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1036;p3">
              <a:extLst>
                <a:ext uri="{FF2B5EF4-FFF2-40B4-BE49-F238E27FC236}">
                  <a16:creationId xmlns:a16="http://schemas.microsoft.com/office/drawing/2014/main" id="{34C85B5E-4EEA-39D1-FCCC-4C6263A582E8}"/>
                </a:ext>
              </a:extLst>
            </p:cNvPr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2" name="Google Shape;1037;p3">
              <a:extLst>
                <a:ext uri="{FF2B5EF4-FFF2-40B4-BE49-F238E27FC236}">
                  <a16:creationId xmlns:a16="http://schemas.microsoft.com/office/drawing/2014/main" id="{1583B828-E523-1504-F0E3-27785057A4A4}"/>
                </a:ext>
              </a:extLst>
            </p:cNvPr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3" name="Google Shape;1038;p3">
              <a:extLst>
                <a:ext uri="{FF2B5EF4-FFF2-40B4-BE49-F238E27FC236}">
                  <a16:creationId xmlns:a16="http://schemas.microsoft.com/office/drawing/2014/main" id="{B622DD2B-C503-FCD3-392D-0DA3DBFF8D67}"/>
                </a:ext>
              </a:extLst>
            </p:cNvPr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1039;p3">
              <a:extLst>
                <a:ext uri="{FF2B5EF4-FFF2-40B4-BE49-F238E27FC236}">
                  <a16:creationId xmlns:a16="http://schemas.microsoft.com/office/drawing/2014/main" id="{C3C8A9B4-D17F-2C42-C116-DEAA3D21B898}"/>
                </a:ext>
              </a:extLst>
            </p:cNvPr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1040;p3">
              <a:extLst>
                <a:ext uri="{FF2B5EF4-FFF2-40B4-BE49-F238E27FC236}">
                  <a16:creationId xmlns:a16="http://schemas.microsoft.com/office/drawing/2014/main" id="{8655A8A7-BC97-3659-DF57-3CF4F2033F26}"/>
                </a:ext>
              </a:extLst>
            </p:cNvPr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1041;p3">
              <a:extLst>
                <a:ext uri="{FF2B5EF4-FFF2-40B4-BE49-F238E27FC236}">
                  <a16:creationId xmlns:a16="http://schemas.microsoft.com/office/drawing/2014/main" id="{D0351C05-827A-E9C3-6FA8-455265795D71}"/>
                </a:ext>
              </a:extLst>
            </p:cNvPr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7" name="Google Shape;1042;p3">
              <a:extLst>
                <a:ext uri="{FF2B5EF4-FFF2-40B4-BE49-F238E27FC236}">
                  <a16:creationId xmlns:a16="http://schemas.microsoft.com/office/drawing/2014/main" id="{AC90548D-7640-F661-2FDA-546DAFAB88BB}"/>
                </a:ext>
              </a:extLst>
            </p:cNvPr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8" name="Google Shape;1043;p3">
              <a:extLst>
                <a:ext uri="{FF2B5EF4-FFF2-40B4-BE49-F238E27FC236}">
                  <a16:creationId xmlns:a16="http://schemas.microsoft.com/office/drawing/2014/main" id="{CFBC987D-B537-7F64-B95D-5ABE212EFE1C}"/>
                </a:ext>
              </a:extLst>
            </p:cNvPr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523" name="Slide Number Placeholder 522">
            <a:extLst>
              <a:ext uri="{FF2B5EF4-FFF2-40B4-BE49-F238E27FC236}">
                <a16:creationId xmlns:a16="http://schemas.microsoft.com/office/drawing/2014/main" id="{7FC48F2E-6BA5-6627-5DF6-04A69CFF9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i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8479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/>
          </p:nvPr>
        </p:nvSpPr>
        <p:spPr>
          <a:xfrm>
            <a:off x="1534885" y="986067"/>
            <a:ext cx="4024689" cy="4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55" lvl="0" indent="-41906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1pPr>
            <a:lvl2pPr marL="914309" lvl="1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marL="1371464" lvl="2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marL="1828618" lvl="3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marL="2285774" lvl="4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marL="2742926" lvl="5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marL="3200080" lvl="6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marL="3657235" lvl="7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marL="4114389" lvl="8" indent="-41906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47" name="Google Shape;1047;p4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1048" name="Google Shape;1048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128" name="Google Shape;1128;p4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1129" name="Google Shape;1129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248" name="Google Shape;1248;p4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1249" name="Google Shape;1249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458" name="Google Shape;1458;p4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1459" name="Google Shape;1459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562" name="Google Shape;1562;p4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 descr="Dump truck outline">
            <a:extLst>
              <a:ext uri="{FF2B5EF4-FFF2-40B4-BE49-F238E27FC236}">
                <a16:creationId xmlns:a16="http://schemas.microsoft.com/office/drawing/2014/main" id="{D3764959-2E51-CED0-08F0-62E972539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92094" y="3654603"/>
            <a:ext cx="992300" cy="914400"/>
          </a:xfrm>
          <a:prstGeom prst="rect">
            <a:avLst/>
          </a:prstGeom>
        </p:spPr>
      </p:pic>
      <p:pic>
        <p:nvPicPr>
          <p:cNvPr id="7" name="Graphic 6" descr="Construction Barricade outline">
            <a:extLst>
              <a:ext uri="{FF2B5EF4-FFF2-40B4-BE49-F238E27FC236}">
                <a16:creationId xmlns:a16="http://schemas.microsoft.com/office/drawing/2014/main" id="{29E8A00F-DA13-120F-5835-69C85B7FF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709" y="4493400"/>
            <a:ext cx="914400" cy="914400"/>
          </a:xfrm>
          <a:prstGeom prst="rect">
            <a:avLst/>
          </a:prstGeom>
        </p:spPr>
      </p:pic>
      <p:pic>
        <p:nvPicPr>
          <p:cNvPr id="9" name="Graphic 8" descr="Hammer outline">
            <a:extLst>
              <a:ext uri="{FF2B5EF4-FFF2-40B4-BE49-F238E27FC236}">
                <a16:creationId xmlns:a16="http://schemas.microsoft.com/office/drawing/2014/main" id="{10A14B36-2FC4-6D51-DC5F-BE58131CA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81" y="1857139"/>
            <a:ext cx="914400" cy="914400"/>
          </a:xfrm>
          <a:prstGeom prst="rect">
            <a:avLst/>
          </a:prstGeom>
        </p:spPr>
      </p:pic>
      <p:pic>
        <p:nvPicPr>
          <p:cNvPr id="15" name="Graphic 14" descr="Saw outline">
            <a:extLst>
              <a:ext uri="{FF2B5EF4-FFF2-40B4-BE49-F238E27FC236}">
                <a16:creationId xmlns:a16="http://schemas.microsoft.com/office/drawing/2014/main" id="{207DE6E7-44FF-8262-F161-99EA4B28F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102374" y="3819936"/>
            <a:ext cx="914400" cy="914400"/>
          </a:xfrm>
          <a:prstGeom prst="rect">
            <a:avLst/>
          </a:prstGeom>
        </p:spPr>
      </p:pic>
      <p:pic>
        <p:nvPicPr>
          <p:cNvPr id="19" name="Graphic 18" descr="Labor outline">
            <a:extLst>
              <a:ext uri="{FF2B5EF4-FFF2-40B4-BE49-F238E27FC236}">
                <a16:creationId xmlns:a16="http://schemas.microsoft.com/office/drawing/2014/main" id="{420543A0-7D41-8BBF-1EBD-2179A45810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574" y="17306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8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3" y="493950"/>
            <a:ext cx="6761100" cy="80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3" y="1442000"/>
            <a:ext cx="6761100" cy="3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0F8B3-2E6A-D4D4-FC10-5A5EA5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044" y="6376663"/>
            <a:ext cx="4434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accent4">
                    <a:lumMod val="75000"/>
                  </a:schemeClr>
                </a:solidFill>
                <a:latin typeface="Titillium Web Light" panose="00000400000000000000" pitchFamily="2" charset="0"/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D1CB3-EE65-1C07-2842-42A9EE90870D}"/>
              </a:ext>
            </a:extLst>
          </p:cNvPr>
          <p:cNvSpPr txBox="1"/>
          <p:nvPr userDrawn="1"/>
        </p:nvSpPr>
        <p:spPr>
          <a:xfrm>
            <a:off x="1856312" y="6447962"/>
            <a:ext cx="44598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tillium Web ExtraLight" panose="020F0502020204030204" pitchFamily="2" charset="0"/>
              </a:rPr>
              <a:t>Copyright © 2026 Michael Stahl / Shmuel Gershon. All rights reserved. </a:t>
            </a:r>
            <a:endParaRPr lang="en-IL" sz="1050" dirty="0">
              <a:latin typeface="Titillium Web ExtraLight" panose="020F0502020204030204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-tweak.gershon.info/doc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oogle.com/forms/d/e/1FAIpQLSet9jvGg6uMSsQKm3Xcfu6269VRrDSyjgKZPmgFQC1UuR7xFg/viewform?usp=sharing&amp;ouid=113746833507840742652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e3ri4NrADOYj6eZ5567kmwqNzEWDiJL45x3dwLE2ilLYOwGg/viewform?usp=publish-edito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ar.cma.gov.il/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ar.cma.gov.il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ar.cma.gov.il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ar.cma.gov.il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ar.cma.gov.il/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ar.cma.gov.il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ar.cma.gov.il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tisfice.us/articles/pairwise.pdf" TargetMode="External"/><Relationship Id="rId3" Type="http://schemas.openxmlformats.org/officeDocument/2006/relationships/hyperlink" Target="https://www.pairwise.org/" TargetMode="External"/><Relationship Id="rId7" Type="http://schemas.openxmlformats.org/officeDocument/2006/relationships/hyperlink" Target="http://msdn.microsoft.com/en-us/library/cc150619.aspx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abs.la.utexas.edu/gilden/files/2016/04/MagicNumberSeven-Miller1956.pdf" TargetMode="External"/><Relationship Id="rId5" Type="http://schemas.openxmlformats.org/officeDocument/2006/relationships/hyperlink" Target="https://ix.cs.uoregon.edu/~michal/Classes/f99/cis610sqa/Readings/cohen-AETG.pdf" TargetMode="External"/><Relationship Id="rId4" Type="http://schemas.openxmlformats.org/officeDocument/2006/relationships/hyperlink" Target="https://www.researchgate.net/publication/255983189_Test_Case_Design_Support_System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unsplas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17"/>
          <p:cNvSpPr txBox="1">
            <a:spLocks noGrp="1"/>
          </p:cNvSpPr>
          <p:nvPr>
            <p:ph type="body" idx="1"/>
          </p:nvPr>
        </p:nvSpPr>
        <p:spPr>
          <a:xfrm>
            <a:off x="2059459" y="634314"/>
            <a:ext cx="3500116" cy="4654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6600" i="0" dirty="0"/>
              <a:t>Class Activity</a:t>
            </a:r>
            <a:endParaRPr sz="6600" i="0" dirty="0"/>
          </a:p>
        </p:txBody>
      </p:sp>
      <p:sp>
        <p:nvSpPr>
          <p:cNvPr id="3865" name="Google Shape;3865;p17"/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173B-1CD0-E40C-0D27-38D0BCFF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007A-65D1-855B-1DA5-DF723FE2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E7E1D-E105-0AED-301F-A8E05B460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5161153"/>
          </a:xfrm>
        </p:spPr>
        <p:txBody>
          <a:bodyPr/>
          <a:lstStyle/>
          <a:p>
            <a:pPr lvl="0"/>
            <a:r>
              <a:rPr lang="en-US" sz="2000" dirty="0"/>
              <a:t>Go to </a:t>
            </a:r>
            <a:r>
              <a:rPr lang="en-US" sz="2000" dirty="0">
                <a:hlinkClick r:id="rId3"/>
              </a:rPr>
              <a:t>https://t-tweak.gershon.info/docs</a:t>
            </a:r>
            <a:r>
              <a:rPr lang="en-US" sz="2000" dirty="0"/>
              <a:t> and look at the substring API</a:t>
            </a:r>
          </a:p>
          <a:p>
            <a:pPr lvl="0"/>
            <a:r>
              <a:rPr lang="en-US" sz="2000" dirty="0"/>
              <a:t>Suggest tests in </a:t>
            </a:r>
            <a:r>
              <a:rPr lang="en-US" sz="2000" dirty="0">
                <a:hlinkClick r:id="rId4"/>
              </a:rPr>
              <a:t>this form</a:t>
            </a:r>
            <a:endParaRPr lang="en-US" sz="20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A test is defined as: </a:t>
            </a:r>
            <a:r>
              <a:rPr lang="en-US" sz="2000" b="1" dirty="0">
                <a:solidFill>
                  <a:srgbClr val="C00000"/>
                </a:solidFill>
              </a:rPr>
              <a:t>&lt;string&gt; &lt;start&gt; &lt;end&gt;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/>
              <a:t>Examples:</a:t>
            </a:r>
          </a:p>
          <a:p>
            <a:pPr marL="0" lvl="0" indent="0">
              <a:buNone/>
            </a:pPr>
            <a:r>
              <a:rPr lang="en-US" sz="2000" dirty="0"/>
              <a:t>	“hello world” 5 7</a:t>
            </a:r>
          </a:p>
          <a:p>
            <a:pPr marL="0" lvl="0" indent="0">
              <a:buNone/>
            </a:pPr>
            <a:r>
              <a:rPr lang="en-US" sz="2000" dirty="0"/>
              <a:t>	“very </a:t>
            </a:r>
            <a:r>
              <a:rPr lang="en-US" sz="2000" dirty="0" err="1"/>
              <a:t>looooooooooooooooooooong</a:t>
            </a:r>
            <a:r>
              <a:rPr lang="en-US" sz="2000" dirty="0"/>
              <a:t> string” 1 1 </a:t>
            </a:r>
          </a:p>
          <a:p>
            <a:pPr marL="0" lvl="0" indent="0">
              <a:buNone/>
            </a:pPr>
            <a:r>
              <a:rPr lang="en-US" sz="2000" dirty="0"/>
              <a:t>	“negative test example”  8 4</a:t>
            </a:r>
          </a:p>
          <a:p>
            <a:pPr marL="0" lvl="0" indent="0">
              <a:buNone/>
            </a:pPr>
            <a:r>
              <a:rPr lang="en-US" sz="2000" dirty="0"/>
              <a:t>		</a:t>
            </a:r>
          </a:p>
          <a:p>
            <a:pPr marL="0" lvl="0" indent="0">
              <a:buNone/>
            </a:pPr>
            <a:r>
              <a:rPr lang="en-US" sz="4000" dirty="0"/>
              <a:t>		10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C0C46-7047-75EE-06A9-56D90D5084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743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3008A-3A4B-E760-A6B1-94B29F5B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1E54-2AF6-3739-8719-49E9300A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discussion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FDB10-67AE-7241-DDFF-6EC7A48C2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5161153"/>
          </a:xfrm>
        </p:spPr>
        <p:txBody>
          <a:bodyPr/>
          <a:lstStyle/>
          <a:p>
            <a:pPr lvl="0"/>
            <a:r>
              <a:rPr lang="en-US" sz="2800" dirty="0"/>
              <a:t>What </a:t>
            </a:r>
            <a:r>
              <a:rPr lang="en-US" sz="2800" b="1" dirty="0"/>
              <a:t>type</a:t>
            </a:r>
            <a:r>
              <a:rPr lang="en-US" sz="2800" dirty="0"/>
              <a:t> of tests were suggested?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00C29-E2BC-F523-7B07-DE2218AFD9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8648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210D-CD42-193B-D739-720CF0FBC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DA01-69C8-9BF7-8577-FD628D11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(2)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9C5C7-2F21-82C4-679D-193454EC6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5161153"/>
          </a:xfrm>
        </p:spPr>
        <p:txBody>
          <a:bodyPr/>
          <a:lstStyle/>
          <a:p>
            <a:pPr lvl="0"/>
            <a:r>
              <a:rPr lang="en-US" sz="2800" dirty="0"/>
              <a:t>What tests should be run on a REST API?</a:t>
            </a:r>
          </a:p>
          <a:p>
            <a:pPr lvl="1"/>
            <a:r>
              <a:rPr lang="en-US" sz="2400" dirty="0"/>
              <a:t>Ask your favorite AI</a:t>
            </a:r>
          </a:p>
          <a:p>
            <a:pPr lvl="1"/>
            <a:r>
              <a:rPr lang="en-US" sz="2400" dirty="0"/>
              <a:t>Ask another AI</a:t>
            </a:r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		</a:t>
            </a:r>
          </a:p>
          <a:p>
            <a:pPr marL="0" lvl="0" indent="0">
              <a:buNone/>
            </a:pPr>
            <a:r>
              <a:rPr lang="en-US" sz="4000" dirty="0"/>
              <a:t>		10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D85D6-AE80-667A-BD72-966378FAC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282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>
          <a:extLst>
            <a:ext uri="{FF2B5EF4-FFF2-40B4-BE49-F238E27FC236}">
              <a16:creationId xmlns:a16="http://schemas.microsoft.com/office/drawing/2014/main" id="{AE565D24-710A-4E48-95EE-6B158952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17">
            <a:extLst>
              <a:ext uri="{FF2B5EF4-FFF2-40B4-BE49-F238E27FC236}">
                <a16:creationId xmlns:a16="http://schemas.microsoft.com/office/drawing/2014/main" id="{20FB8395-B99D-32E0-7ED4-C2EE83C50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59459" y="634314"/>
            <a:ext cx="3500116" cy="4654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6600" i="0" dirty="0"/>
              <a:t>Class Activity</a:t>
            </a:r>
            <a:endParaRPr sz="6600" i="0" dirty="0"/>
          </a:p>
        </p:txBody>
      </p:sp>
      <p:sp>
        <p:nvSpPr>
          <p:cNvPr id="3865" name="Google Shape;3865;p17">
            <a:extLst>
              <a:ext uri="{FF2B5EF4-FFF2-40B4-BE49-F238E27FC236}">
                <a16:creationId xmlns:a16="http://schemas.microsoft.com/office/drawing/2014/main" id="{86402712-F31D-5664-5545-9646196552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910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2B7F-3306-036B-A807-6F11DA66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DFA8-540A-50DF-8DD7-BF3CD2DA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(1)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4EB6-C399-8391-E4DB-D363AA698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5161153"/>
          </a:xfrm>
        </p:spPr>
        <p:txBody>
          <a:bodyPr/>
          <a:lstStyle/>
          <a:p>
            <a:pPr lvl="0"/>
            <a:r>
              <a:rPr lang="en-US" sz="2000" dirty="0"/>
              <a:t>Download </a:t>
            </a:r>
            <a:r>
              <a:rPr lang="en-US" sz="2000" b="1" dirty="0"/>
              <a:t>get_a_room.exe</a:t>
            </a:r>
            <a:r>
              <a:rPr lang="en-US" sz="2000" dirty="0"/>
              <a:t> from Moodle</a:t>
            </a:r>
          </a:p>
          <a:p>
            <a:pPr lvl="0"/>
            <a:r>
              <a:rPr lang="en-US" sz="2000" dirty="0"/>
              <a:t>Via this application you can find out how many hotels can accommodate a specific reservation</a:t>
            </a:r>
          </a:p>
          <a:p>
            <a:pPr lvl="0"/>
            <a:r>
              <a:rPr lang="en-US" sz="2000" dirty="0"/>
              <a:t>The hotel database has 100 hotels</a:t>
            </a:r>
          </a:p>
          <a:p>
            <a:pPr lvl="0"/>
            <a:r>
              <a:rPr lang="en-US" sz="2000" dirty="0"/>
              <a:t>The database is updated for dates between </a:t>
            </a:r>
            <a:br>
              <a:rPr lang="en-US" sz="2000" dirty="0"/>
            </a:b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		</a:t>
            </a:r>
            <a:r>
              <a:rPr lang="en-US" sz="2000" b="1" dirty="0"/>
              <a:t>1/10/26</a:t>
            </a:r>
            <a:r>
              <a:rPr lang="en-US" sz="2000" dirty="0"/>
              <a:t> and </a:t>
            </a:r>
            <a:r>
              <a:rPr lang="en-US" sz="2000" b="1" dirty="0"/>
              <a:t>30/09/28</a:t>
            </a:r>
          </a:p>
          <a:p>
            <a:pPr lvl="0"/>
            <a:endParaRPr lang="en-US" sz="2000" dirty="0"/>
          </a:p>
          <a:p>
            <a:pPr lvl="0"/>
            <a:r>
              <a:rPr lang="en-US" sz="2000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112D-B3E8-9444-4DAF-D6182857E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DD9BB-CCFC-AE30-E827-2AAD40701D53}"/>
              </a:ext>
            </a:extLst>
          </p:cNvPr>
          <p:cNvSpPr/>
          <p:nvPr/>
        </p:nvSpPr>
        <p:spPr>
          <a:xfrm>
            <a:off x="640231" y="4768842"/>
            <a:ext cx="7113600" cy="1123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C:\&gt; get_a_room.exe 6/12/26 17/12/26 --single 2 --double 1</a:t>
            </a:r>
          </a:p>
          <a:p>
            <a:pPr marL="0" lvl="0" indent="0">
              <a:buNone/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Number of hotels that meet your needs: 11</a:t>
            </a:r>
          </a:p>
        </p:txBody>
      </p:sp>
    </p:spTree>
    <p:extLst>
      <p:ext uri="{BB962C8B-B14F-4D97-AF65-F5344CB8AC3E}">
        <p14:creationId xmlns:p14="http://schemas.microsoft.com/office/powerpoint/2010/main" val="408699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D017-9342-13B0-E147-26F5306E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CA4C-113B-D264-F3A1-C264A6D3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(2)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781F9-7734-344C-3BB1-4670C5C60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5161153"/>
          </a:xfrm>
        </p:spPr>
        <p:txBody>
          <a:bodyPr/>
          <a:lstStyle/>
          <a:p>
            <a:pPr marL="0" lvl="0" indent="0">
              <a:buNone/>
            </a:pPr>
            <a:r>
              <a:rPr lang="en-US" sz="2000" b="1" dirty="0"/>
              <a:t>Goal:  </a:t>
            </a:r>
          </a:p>
          <a:p>
            <a:pPr lvl="0"/>
            <a:r>
              <a:rPr lang="en-US" sz="2000" dirty="0"/>
              <a:t>Write 3 test cases to test the</a:t>
            </a:r>
            <a:r>
              <a:rPr lang="en-US" sz="2000" b="1" dirty="0"/>
              <a:t> output </a:t>
            </a:r>
            <a:r>
              <a:rPr lang="en-US" sz="2000" dirty="0"/>
              <a:t>to </a:t>
            </a:r>
            <a:r>
              <a:rPr lang="en-US" sz="2000" dirty="0">
                <a:hlinkClick r:id="rId3"/>
              </a:rPr>
              <a:t>this form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endParaRPr lang="en-US" sz="2000" dirty="0"/>
          </a:p>
          <a:p>
            <a:pPr lvl="0"/>
            <a:endParaRPr lang="en-US" sz="2000" dirty="0"/>
          </a:p>
          <a:p>
            <a:pPr marL="0" indent="0" algn="ctr">
              <a:buNone/>
            </a:pPr>
            <a:r>
              <a:rPr lang="en-US" sz="3600" dirty="0"/>
              <a:t>10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BE101-1C37-8CD5-AE1B-3AF2A2D746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2152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A184-E7A7-A2DA-80D8-3F7D1FC7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531B-F10A-15AF-4483-1E0FE562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(3) – Game rules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E8D40-7AB7-D94E-A0D4-A0DF89753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You can execute the tool as many times as you want with </a:t>
            </a:r>
            <a:r>
              <a:rPr lang="en-US" b="1" u="sng" dirty="0"/>
              <a:t>related inputs</a:t>
            </a:r>
            <a:endParaRPr lang="en-IL" b="1" u="sng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Your goal: Prove that the black-box system contains a bug by finding a </a:t>
            </a:r>
            <a:r>
              <a:rPr lang="en-US" b="1" u="sng" dirty="0"/>
              <a:t>logical contradiction between two or more test runs</a:t>
            </a:r>
            <a:endParaRPr lang="en-IL" b="1" u="sng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Be the first team to uncover a bug!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sz="4000" dirty="0"/>
              <a:t>30 minutes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IL" dirty="0"/>
          </a:p>
          <a:p>
            <a:pPr lvl="0"/>
            <a:endParaRPr lang="en-IL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C2036-0531-5DD5-8E0F-C5733BF861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25DE40-5DBD-368B-B3AC-C8626CF66880}"/>
              </a:ext>
            </a:extLst>
          </p:cNvPr>
          <p:cNvSpPr/>
          <p:nvPr/>
        </p:nvSpPr>
        <p:spPr>
          <a:xfrm>
            <a:off x="926998" y="3978442"/>
            <a:ext cx="6734753" cy="15436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Titillium Web Light" panose="00000400000000000000" pitchFamily="2" charset="0"/>
              </a:rPr>
              <a:t>Hint 1: </a:t>
            </a:r>
            <a:r>
              <a:rPr lang="en-US" sz="2000" dirty="0">
                <a:solidFill>
                  <a:schemeClr val="tx1"/>
                </a:solidFill>
                <a:latin typeface="Titillium Web Light" panose="00000400000000000000" pitchFamily="2" charset="0"/>
              </a:rPr>
              <a:t>Auto-generated tests, implementing rules 1 &amp; 2</a:t>
            </a:r>
          </a:p>
          <a:p>
            <a:r>
              <a:rPr lang="en-US" sz="2000" b="1" dirty="0">
                <a:solidFill>
                  <a:schemeClr val="tx1"/>
                </a:solidFill>
                <a:latin typeface="Titillium Web Light" panose="00000400000000000000" pitchFamily="2" charset="0"/>
              </a:rPr>
              <a:t>Hint 2:</a:t>
            </a:r>
            <a:r>
              <a:rPr lang="en-US" sz="2000" dirty="0">
                <a:solidFill>
                  <a:schemeClr val="tx1"/>
                </a:solidFill>
                <a:latin typeface="Titillium Web Light" panose="00000400000000000000" pitchFamily="2" charset="0"/>
              </a:rPr>
              <a:t> Tell AI to write the test script</a:t>
            </a:r>
          </a:p>
          <a:p>
            <a:endParaRPr lang="en-US" sz="2000" dirty="0">
              <a:solidFill>
                <a:schemeClr val="tx1"/>
              </a:solidFill>
              <a:latin typeface="Titillium Web Light" panose="00000400000000000000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tillium Web Light" panose="00000400000000000000" pitchFamily="2" charset="0"/>
              </a:rPr>
              <a:t>Motivation: </a:t>
            </a:r>
            <a:r>
              <a:rPr lang="en-US" sz="2000" dirty="0">
                <a:solidFill>
                  <a:srgbClr val="C00000"/>
                </a:solidFill>
                <a:latin typeface="Titillium Web Light" panose="00000400000000000000" pitchFamily="2" charset="0"/>
              </a:rPr>
              <a:t>There are 3 bugs in this code!</a:t>
            </a:r>
            <a:endParaRPr lang="en-IL" sz="1800" dirty="0">
              <a:solidFill>
                <a:srgbClr val="C00000"/>
              </a:solidFill>
              <a:effectLst/>
              <a:latin typeface="Titillium Web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3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E010-9293-487D-7EA7-57E8B4BE3D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Table Testing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768C4-AF98-46CB-5336-FEC8638C8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3" y="2590986"/>
            <a:ext cx="5268900" cy="1046400"/>
          </a:xfrm>
        </p:spPr>
        <p:txBody>
          <a:bodyPr/>
          <a:lstStyle/>
          <a:p>
            <a:r>
              <a:rPr lang="en-US" sz="2400" dirty="0"/>
              <a:t>Test Design Techniques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3578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Table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750EDA-1603-1ED5-0AC5-B61A13081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rgbClr val="993300"/>
              </a:buClr>
              <a:buFontTx/>
              <a:buChar char="•"/>
              <a:tabLst>
                <a:tab pos="1025525" algn="l"/>
              </a:tabLst>
            </a:pPr>
            <a:r>
              <a:rPr lang="en-US" sz="2800" b="1" i="0" dirty="0">
                <a:solidFill>
                  <a:srgbClr val="993300"/>
                </a:solidFill>
                <a:cs typeface="+mn-cs"/>
              </a:rPr>
              <a:t>A Table showing:</a:t>
            </a:r>
            <a:endParaRPr lang="en-US" sz="2800" i="0" dirty="0">
              <a:solidFill>
                <a:srgbClr val="993300"/>
              </a:solidFill>
              <a:cs typeface="+mn-cs"/>
            </a:endParaRPr>
          </a:p>
          <a:p>
            <a:pPr marL="838200" lvl="1" indent="-381000" eaLnBrk="0" hangingPunct="0">
              <a:spcBef>
                <a:spcPct val="20000"/>
              </a:spcBef>
              <a:buFontTx/>
              <a:buChar char="–"/>
              <a:tabLst>
                <a:tab pos="1025525" algn="l"/>
              </a:tabLst>
            </a:pPr>
            <a:r>
              <a:rPr lang="en-US" sz="2400" i="0" dirty="0">
                <a:solidFill>
                  <a:srgbClr val="000000"/>
                </a:solidFill>
                <a:cs typeface="+mn-cs"/>
              </a:rPr>
              <a:t>Combinations of inputs and/or stimuli (causes)</a:t>
            </a:r>
          </a:p>
          <a:p>
            <a:pPr marL="838200" lvl="1" indent="-381000" eaLnBrk="0" hangingPunct="0">
              <a:spcBef>
                <a:spcPct val="20000"/>
              </a:spcBef>
              <a:buFontTx/>
              <a:buChar char="–"/>
              <a:tabLst>
                <a:tab pos="1025525" algn="l"/>
              </a:tabLst>
            </a:pPr>
            <a:r>
              <a:rPr lang="en-US" sz="2400" i="0" dirty="0">
                <a:solidFill>
                  <a:srgbClr val="000000"/>
                </a:solidFill>
                <a:cs typeface="+mn-cs"/>
              </a:rPr>
              <a:t>The associated outputs and/or actions (effects)</a:t>
            </a:r>
          </a:p>
          <a:p>
            <a:pPr marL="838200" lvl="1" indent="-381000" eaLnBrk="0" hangingPunct="0">
              <a:spcBef>
                <a:spcPct val="20000"/>
              </a:spcBef>
              <a:buFontTx/>
              <a:buChar char="–"/>
              <a:tabLst>
                <a:tab pos="1025525" algn="l"/>
              </a:tabLst>
            </a:pPr>
            <a:endParaRPr lang="en-US" sz="2400" i="0" dirty="0">
              <a:solidFill>
                <a:srgbClr val="000000"/>
              </a:solidFill>
              <a:cs typeface="+mn-cs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rgbClr val="993300"/>
              </a:buClr>
              <a:buFontTx/>
              <a:buChar char="•"/>
              <a:tabLst>
                <a:tab pos="1025525" algn="l"/>
              </a:tabLst>
            </a:pPr>
            <a:r>
              <a:rPr lang="en-US" sz="2800" b="1" i="0" dirty="0">
                <a:solidFill>
                  <a:srgbClr val="993300"/>
                </a:solidFill>
                <a:cs typeface="+mn-cs"/>
              </a:rPr>
              <a:t>Used to design test-cases</a:t>
            </a:r>
          </a:p>
          <a:p>
            <a:pPr marL="457200" indent="-457200" eaLnBrk="0" hangingPunct="0">
              <a:spcBef>
                <a:spcPct val="20000"/>
              </a:spcBef>
              <a:buClr>
                <a:srgbClr val="993300"/>
              </a:buClr>
              <a:buFontTx/>
              <a:buChar char="•"/>
              <a:tabLst>
                <a:tab pos="1025525" algn="l"/>
              </a:tabLst>
            </a:pPr>
            <a:endParaRPr lang="en-US" sz="2400" b="1" i="0" dirty="0">
              <a:solidFill>
                <a:srgbClr val="993300"/>
              </a:solidFill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5A4CD5D-F417-6BC0-80A3-6F9A34CF0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45044" y="6376663"/>
            <a:ext cx="443406" cy="365125"/>
          </a:xfrm>
        </p:spPr>
        <p:txBody>
          <a:bodyPr/>
          <a:lstStyle/>
          <a:p>
            <a:fld id="{FB9E9910-1E0C-4E4F-BB94-97A99C37B229}" type="slidenum">
              <a:rPr lang="en-IL" smtClean="0"/>
              <a:t>10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4475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Decision Tables? 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 test system requirements that contain logic</a:t>
            </a:r>
          </a:p>
          <a:p>
            <a:pPr lvl="1"/>
            <a:r>
              <a:rPr lang="en-US" dirty="0"/>
              <a:t>Nested If-Then-Else</a:t>
            </a:r>
          </a:p>
          <a:p>
            <a:pPr lvl="1"/>
            <a:r>
              <a:rPr lang="en-US" dirty="0"/>
              <a:t>Switch structures</a:t>
            </a:r>
          </a:p>
          <a:p>
            <a:r>
              <a:rPr lang="en-US" dirty="0">
                <a:solidFill>
                  <a:schemeClr val="tx1"/>
                </a:solidFill>
              </a:rPr>
              <a:t>Business logic</a:t>
            </a:r>
          </a:p>
          <a:p>
            <a:pPr lvl="1"/>
            <a:r>
              <a:rPr lang="en-US" dirty="0"/>
              <a:t>The output is dependent on the value of several input fields</a:t>
            </a:r>
          </a:p>
          <a:p>
            <a:r>
              <a:rPr lang="en-US" dirty="0">
                <a:solidFill>
                  <a:schemeClr val="tx1"/>
                </a:solidFill>
              </a:rPr>
              <a:t>System with a lot of rules</a:t>
            </a:r>
          </a:p>
          <a:p>
            <a:pPr lvl="1"/>
            <a:endParaRPr lang="en-US" sz="2000" dirty="0"/>
          </a:p>
          <a:p>
            <a:endParaRPr lang="en-US" sz="2400" b="1" dirty="0"/>
          </a:p>
          <a:p>
            <a:pPr lvl="1"/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9DD842-C190-3DD7-41B5-986606B63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11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15362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C68B0-752B-FCF3-BBDA-F68ED22DF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12</a:t>
            </a:fld>
            <a:endParaRPr lang="en-IL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0185"/>
            <a:ext cx="8214730" cy="35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42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4482-867D-4139-1563-DF91ECB7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1A9AD90-20DB-6A7E-A8F5-F871E8B56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64439" cy="889200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BD9A14-945E-EDDA-BE3D-8A2E09256E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13</a:t>
            </a:fld>
            <a:endParaRPr lang="en-IL" dirty="0"/>
          </a:p>
        </p:txBody>
      </p:sp>
      <p:sp>
        <p:nvSpPr>
          <p:cNvPr id="6" name="Rectangle 5">
            <a:hlinkClick r:id="rId2"/>
            <a:extLst>
              <a:ext uri="{FF2B5EF4-FFF2-40B4-BE49-F238E27FC236}">
                <a16:creationId xmlns:a16="http://schemas.microsoft.com/office/drawing/2014/main" id="{93C3ECAA-743D-9D3A-15DE-CD5584AA6DF3}"/>
              </a:ext>
            </a:extLst>
          </p:cNvPr>
          <p:cNvSpPr/>
          <p:nvPr/>
        </p:nvSpPr>
        <p:spPr>
          <a:xfrm>
            <a:off x="541039" y="1566702"/>
            <a:ext cx="7182723" cy="4431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אין אמצעי בטיחות, אין הנחה.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ABS </a:t>
            </a:r>
            <a:r>
              <a:rPr lang="he-IL" sz="2000" i="0" dirty="0"/>
              <a:t> ו\או </a:t>
            </a:r>
            <a:r>
              <a:rPr lang="en-US" sz="2000" i="0" dirty="0"/>
              <a:t>ESP</a:t>
            </a:r>
            <a:r>
              <a:rPr lang="he-IL" sz="2000" i="0" dirty="0"/>
              <a:t>, יש הנחה של 15% על דמי הביטוח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FCW</a:t>
            </a:r>
            <a:r>
              <a:rPr lang="he-IL" sz="2000" i="0" dirty="0"/>
              <a:t> יש הנחה של 10% על דמי הביטוח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LDW</a:t>
            </a:r>
            <a:r>
              <a:rPr lang="he-IL" sz="2000" i="0" dirty="0"/>
              <a:t> יש הנחה של 20% על דמי הביטוח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FCW</a:t>
            </a:r>
            <a:r>
              <a:rPr lang="he-IL" sz="2000" i="0" dirty="0"/>
              <a:t>, ההנחה על </a:t>
            </a:r>
            <a:r>
              <a:rPr lang="en-US" sz="2000" i="0" dirty="0"/>
              <a:t>ABS</a:t>
            </a:r>
            <a:r>
              <a:rPr lang="he-IL" sz="2000" i="0" dirty="0"/>
              <a:t> ו – </a:t>
            </a:r>
            <a:r>
              <a:rPr lang="en-US" sz="2000" i="0" dirty="0"/>
              <a:t>ESP </a:t>
            </a:r>
            <a:r>
              <a:rPr lang="he-IL" sz="2000" i="0" dirty="0"/>
              <a:t> מתבטלות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LDW</a:t>
            </a:r>
            <a:r>
              <a:rPr lang="he-IL" sz="2000" i="0" dirty="0"/>
              <a:t>, ההנחה על</a:t>
            </a:r>
            <a:r>
              <a:rPr lang="en-US" sz="2000" i="0" dirty="0"/>
              <a:t>FCW </a:t>
            </a:r>
            <a:r>
              <a:rPr lang="he-IL" sz="2000" i="0" dirty="0"/>
              <a:t> מתבטלת (אבל עדיין כלל 5 תופס)</a:t>
            </a:r>
            <a:endParaRPr lang="en-US" sz="2000" i="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2000" i="0" dirty="0"/>
              <a:t>ההנחות מצטרפות אחת לשניה  – אלא אם הכללים מונעים זאת. 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he-IL" sz="2000" i="0" dirty="0"/>
          </a:p>
          <a:p>
            <a:pPr algn="r" rtl="1"/>
            <a:endParaRPr lang="en-US" sz="2000" dirty="0">
              <a:solidFill>
                <a:srgbClr val="00B050"/>
              </a:solidFill>
            </a:endParaRPr>
          </a:p>
          <a:p>
            <a:pPr algn="r" rtl="1"/>
            <a:endParaRPr lang="en-US" sz="2800" i="0" dirty="0"/>
          </a:p>
        </p:txBody>
      </p:sp>
    </p:spTree>
    <p:extLst>
      <p:ext uri="{BB962C8B-B14F-4D97-AF65-F5344CB8AC3E}">
        <p14:creationId xmlns:p14="http://schemas.microsoft.com/office/powerpoint/2010/main" val="52738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4A3B2B-C2C5-7D45-B4D2-A557E50B91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14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80AEB8-40E4-4D25-8298-261F3C835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945432"/>
              </p:ext>
            </p:extLst>
          </p:nvPr>
        </p:nvGraphicFramePr>
        <p:xfrm>
          <a:off x="640232" y="3897549"/>
          <a:ext cx="6953132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067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T1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T2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T3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T5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T6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T7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T8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effectLst/>
                        </a:rPr>
                        <a:t>Action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2477EB66-106C-0F50-2E34-7A233F7C7CA3}"/>
              </a:ext>
            </a:extLst>
          </p:cNvPr>
          <p:cNvSpPr/>
          <p:nvPr/>
        </p:nvSpPr>
        <p:spPr>
          <a:xfrm>
            <a:off x="446351" y="683741"/>
            <a:ext cx="8102813" cy="3049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אין אמצעי בטיחות, אין הנחה.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ABS </a:t>
            </a:r>
            <a:r>
              <a:rPr lang="he-IL" sz="2400" i="0" dirty="0"/>
              <a:t> ו\או </a:t>
            </a:r>
            <a:r>
              <a:rPr lang="en-US" sz="2400" i="0" dirty="0"/>
              <a:t>ESP</a:t>
            </a:r>
            <a:r>
              <a:rPr lang="he-IL" sz="2400" i="0" dirty="0"/>
              <a:t>, יש הנחה של 15% על דמי הביטוח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FCW</a:t>
            </a:r>
            <a:r>
              <a:rPr lang="he-IL" sz="2400" i="0" dirty="0"/>
              <a:t> יש הנחה של 10% על דמי הביטוח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LDW</a:t>
            </a:r>
            <a:r>
              <a:rPr lang="he-IL" sz="2400" i="0" dirty="0"/>
              <a:t> יש הנחה של 20% על דמי הביטוח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FCW</a:t>
            </a:r>
            <a:r>
              <a:rPr lang="he-IL" sz="2400" i="0" dirty="0"/>
              <a:t>, ההנחה על </a:t>
            </a:r>
            <a:r>
              <a:rPr lang="en-US" sz="2400" i="0" dirty="0"/>
              <a:t>ABS</a:t>
            </a:r>
            <a:r>
              <a:rPr lang="he-IL" sz="2400" i="0" dirty="0"/>
              <a:t> ו – </a:t>
            </a:r>
            <a:r>
              <a:rPr lang="en-US" sz="2400" i="0" dirty="0"/>
              <a:t>ESP </a:t>
            </a:r>
            <a:r>
              <a:rPr lang="he-IL" sz="2400" i="0" dirty="0"/>
              <a:t> מתבטלות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LDW</a:t>
            </a:r>
            <a:r>
              <a:rPr lang="he-IL" sz="2400" i="0" dirty="0"/>
              <a:t>, ההנחה על</a:t>
            </a:r>
            <a:r>
              <a:rPr lang="en-US" sz="2400" i="0" dirty="0"/>
              <a:t>FCW </a:t>
            </a:r>
            <a:r>
              <a:rPr lang="he-IL" sz="2400" i="0" dirty="0"/>
              <a:t> מתבטלת (אבל עדיין כלל 5 תופס)</a:t>
            </a:r>
            <a:endParaRPr lang="en-US" sz="2400" i="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2400" i="0" dirty="0"/>
              <a:t>ההנחות מצטרפות אחת לשניה  – אלא אם הכללים מונעים זאת. 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930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405CD-9029-D4E0-A7F5-E1774AA7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EA21AE-8B8C-E2FC-F2AA-ED3E6FE11D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15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CD4396-6228-B216-6F5C-140944E09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271862"/>
              </p:ext>
            </p:extLst>
          </p:nvPr>
        </p:nvGraphicFramePr>
        <p:xfrm>
          <a:off x="640232" y="3897549"/>
          <a:ext cx="6953132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067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T9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T10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T11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T12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T13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T15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T16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Action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2414BCDE-2A49-6100-EB2C-ABE563768529}"/>
              </a:ext>
            </a:extLst>
          </p:cNvPr>
          <p:cNvSpPr/>
          <p:nvPr/>
        </p:nvSpPr>
        <p:spPr>
          <a:xfrm>
            <a:off x="446351" y="683741"/>
            <a:ext cx="8102813" cy="3049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אין אמצעי בטיחות, אין הנחה.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ABS </a:t>
            </a:r>
            <a:r>
              <a:rPr lang="he-IL" sz="2400" i="0" dirty="0"/>
              <a:t> ו\או </a:t>
            </a:r>
            <a:r>
              <a:rPr lang="en-US" sz="2400" i="0" dirty="0"/>
              <a:t>ESP</a:t>
            </a:r>
            <a:r>
              <a:rPr lang="he-IL" sz="2400" i="0" dirty="0"/>
              <a:t>, יש הנחה של 15% על דמי הביטוח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FCW</a:t>
            </a:r>
            <a:r>
              <a:rPr lang="he-IL" sz="2400" i="0" dirty="0"/>
              <a:t> יש הנחה של 10% על דמי הביטוח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LDW</a:t>
            </a:r>
            <a:r>
              <a:rPr lang="he-IL" sz="2400" i="0" dirty="0"/>
              <a:t> יש הנחה של 20% על דמי הביטוח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FCW</a:t>
            </a:r>
            <a:r>
              <a:rPr lang="he-IL" sz="2400" i="0" dirty="0"/>
              <a:t>, ההנחה על </a:t>
            </a:r>
            <a:r>
              <a:rPr lang="en-US" sz="2400" i="0" dirty="0"/>
              <a:t>ABS</a:t>
            </a:r>
            <a:r>
              <a:rPr lang="he-IL" sz="2400" i="0" dirty="0"/>
              <a:t> ו – </a:t>
            </a:r>
            <a:r>
              <a:rPr lang="en-US" sz="2400" i="0" dirty="0"/>
              <a:t>ESP </a:t>
            </a:r>
            <a:r>
              <a:rPr lang="he-IL" sz="2400" i="0" dirty="0"/>
              <a:t> מתבטלות</a:t>
            </a:r>
            <a:endParaRPr lang="en-US" sz="24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400" i="0" dirty="0"/>
              <a:t>אם יש </a:t>
            </a:r>
            <a:r>
              <a:rPr lang="en-US" sz="2400" i="0" dirty="0"/>
              <a:t>LDW</a:t>
            </a:r>
            <a:r>
              <a:rPr lang="he-IL" sz="2400" i="0" dirty="0"/>
              <a:t>, ההנחה על</a:t>
            </a:r>
            <a:r>
              <a:rPr lang="en-US" sz="2400" i="0" dirty="0"/>
              <a:t>FCW </a:t>
            </a:r>
            <a:r>
              <a:rPr lang="he-IL" sz="2400" i="0" dirty="0"/>
              <a:t> מתבטלת (אבל עדיין כלל 5 תופס)</a:t>
            </a:r>
            <a:endParaRPr lang="en-US" sz="2400" i="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2400" i="0" dirty="0"/>
              <a:t>ההנחות מצטרפות אחת לשניה  – אלא אם הכללים מונעים זאת. </a:t>
            </a: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FE6793A7-BEF9-44F8-12C9-26FEED764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4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AD98-FE16-13EA-1D95-DCD999C7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826A87-ACAB-2C7E-77F0-CA045DCB6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16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B8D932-7020-A74F-6C18-F1B35A4D8697}"/>
              </a:ext>
            </a:extLst>
          </p:cNvPr>
          <p:cNvGraphicFramePr>
            <a:graphicFrameLocks noGrp="1"/>
          </p:cNvGraphicFramePr>
          <p:nvPr/>
        </p:nvGraphicFramePr>
        <p:xfrm>
          <a:off x="640232" y="3897549"/>
          <a:ext cx="6953132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067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T9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T10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T11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T12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T13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T15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T16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Action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52226" name="Rectangle 2">
            <a:extLst>
              <a:ext uri="{FF2B5EF4-FFF2-40B4-BE49-F238E27FC236}">
                <a16:creationId xmlns:a16="http://schemas.microsoft.com/office/drawing/2014/main" id="{43D43431-B20B-8D97-481C-FC81E46C69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12DC8-1A48-048F-D8E5-7D876EA88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921097"/>
              </p:ext>
            </p:extLst>
          </p:nvPr>
        </p:nvGraphicFramePr>
        <p:xfrm>
          <a:off x="640232" y="1142044"/>
          <a:ext cx="6953132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067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T1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T2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T3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T5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T6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T7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T8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effectLst/>
                        </a:rPr>
                        <a:t>Action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8533A14-3966-8D80-76ED-C55D6D64E957}"/>
              </a:ext>
            </a:extLst>
          </p:cNvPr>
          <p:cNvSpPr/>
          <p:nvPr/>
        </p:nvSpPr>
        <p:spPr>
          <a:xfrm>
            <a:off x="2580468" y="1185621"/>
            <a:ext cx="519193" cy="2329230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390D03-A9D4-5004-2353-DFD78771CC20}"/>
              </a:ext>
            </a:extLst>
          </p:cNvPr>
          <p:cNvSpPr/>
          <p:nvPr/>
        </p:nvSpPr>
        <p:spPr>
          <a:xfrm>
            <a:off x="4052807" y="1185621"/>
            <a:ext cx="519193" cy="2329230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8BECFD-CD31-8BA5-E141-767164A643C9}"/>
              </a:ext>
            </a:extLst>
          </p:cNvPr>
          <p:cNvSpPr/>
          <p:nvPr/>
        </p:nvSpPr>
        <p:spPr>
          <a:xfrm>
            <a:off x="3316637" y="1185621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41D555-7D4F-1ED3-AD43-2AE31533619E}"/>
              </a:ext>
            </a:extLst>
          </p:cNvPr>
          <p:cNvSpPr/>
          <p:nvPr/>
        </p:nvSpPr>
        <p:spPr>
          <a:xfrm>
            <a:off x="6243234" y="1185621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1F54FA-9C6D-FA9C-9C3E-FAE845188FAD}"/>
              </a:ext>
            </a:extLst>
          </p:cNvPr>
          <p:cNvSpPr/>
          <p:nvPr/>
        </p:nvSpPr>
        <p:spPr>
          <a:xfrm>
            <a:off x="3316636" y="3964371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C2FA61-AFFF-C520-DD09-D501D8868B83}"/>
              </a:ext>
            </a:extLst>
          </p:cNvPr>
          <p:cNvSpPr/>
          <p:nvPr/>
        </p:nvSpPr>
        <p:spPr>
          <a:xfrm>
            <a:off x="6243233" y="3930961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8BE0D4-D617-606B-7B3C-99C58C624D8A}"/>
              </a:ext>
            </a:extLst>
          </p:cNvPr>
          <p:cNvSpPr/>
          <p:nvPr/>
        </p:nvSpPr>
        <p:spPr>
          <a:xfrm>
            <a:off x="1853338" y="3941124"/>
            <a:ext cx="519193" cy="23292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202F99-E370-90DD-F124-DD5DBBF384E2}"/>
              </a:ext>
            </a:extLst>
          </p:cNvPr>
          <p:cNvSpPr/>
          <p:nvPr/>
        </p:nvSpPr>
        <p:spPr>
          <a:xfrm>
            <a:off x="4779934" y="3930961"/>
            <a:ext cx="519193" cy="23292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E62914-8590-AD00-4905-53453490A8E8}"/>
              </a:ext>
            </a:extLst>
          </p:cNvPr>
          <p:cNvSpPr/>
          <p:nvPr/>
        </p:nvSpPr>
        <p:spPr>
          <a:xfrm>
            <a:off x="4770895" y="1185621"/>
            <a:ext cx="519193" cy="23292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8F6DBA-0B9D-4305-331B-C70B03854A83}"/>
              </a:ext>
            </a:extLst>
          </p:cNvPr>
          <p:cNvSpPr/>
          <p:nvPr/>
        </p:nvSpPr>
        <p:spPr>
          <a:xfrm>
            <a:off x="4714068" y="3964371"/>
            <a:ext cx="519193" cy="23292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8446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3751-04D6-F28B-532D-D00778A5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75DBCD-95DC-B63B-E2EB-408C6DCC67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17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FC66BC-23F7-EC13-779B-1C45C5946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77821"/>
              </p:ext>
            </p:extLst>
          </p:nvPr>
        </p:nvGraphicFramePr>
        <p:xfrm>
          <a:off x="640232" y="3897549"/>
          <a:ext cx="6953132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067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T9-13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T10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T11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T12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T13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T15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T16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Action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52226" name="Rectangle 2">
            <a:extLst>
              <a:ext uri="{FF2B5EF4-FFF2-40B4-BE49-F238E27FC236}">
                <a16:creationId xmlns:a16="http://schemas.microsoft.com/office/drawing/2014/main" id="{AD3CF7C1-9403-3909-FB05-1B72B27F1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EF3BC0-4027-6FC6-EC96-9AC4F8356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169669"/>
              </p:ext>
            </p:extLst>
          </p:nvPr>
        </p:nvGraphicFramePr>
        <p:xfrm>
          <a:off x="640232" y="1142044"/>
          <a:ext cx="6953132" cy="248641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067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T1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T2-4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T3-7-11-15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T5-13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T6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T7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T8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effectLst/>
                        </a:rPr>
                        <a:t>Action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760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0DBD-EFB8-2E01-B7A4-F419C6FE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A4C4E0-6144-852C-C64F-94CE35FAB5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18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A2A9EC-1121-F369-08EC-33FDE5C15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676213"/>
              </p:ext>
            </p:extLst>
          </p:nvPr>
        </p:nvGraphicFramePr>
        <p:xfrm>
          <a:off x="640232" y="3897549"/>
          <a:ext cx="4573742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067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636774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635371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3030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T9-13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T10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T12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T16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Action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52226" name="Rectangle 2">
            <a:extLst>
              <a:ext uri="{FF2B5EF4-FFF2-40B4-BE49-F238E27FC236}">
                <a16:creationId xmlns:a16="http://schemas.microsoft.com/office/drawing/2014/main" id="{8616CD03-21B2-B39C-DB8A-6FD6F2906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53CAF-3488-4EA4-0C56-03D87054C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842004"/>
              </p:ext>
            </p:extLst>
          </p:nvPr>
        </p:nvGraphicFramePr>
        <p:xfrm>
          <a:off x="640232" y="1142044"/>
          <a:ext cx="6010772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23900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644956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1296011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870509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643736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561100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T1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T2-4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T3-7-11-15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T5-13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T6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T8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effectLst/>
                        </a:rPr>
                        <a:t>Action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FD1875E-0F5F-B39D-5D39-2730308E13A5}"/>
              </a:ext>
            </a:extLst>
          </p:cNvPr>
          <p:cNvSpPr/>
          <p:nvPr/>
        </p:nvSpPr>
        <p:spPr>
          <a:xfrm>
            <a:off x="5491019" y="1185621"/>
            <a:ext cx="519193" cy="23292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5B4AD-C479-B030-E564-39C92094A143}"/>
              </a:ext>
            </a:extLst>
          </p:cNvPr>
          <p:cNvSpPr/>
          <p:nvPr/>
        </p:nvSpPr>
        <p:spPr>
          <a:xfrm>
            <a:off x="3290807" y="3930961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35DD9A-6140-7A59-9F3E-F8D5423721D2}"/>
              </a:ext>
            </a:extLst>
          </p:cNvPr>
          <p:cNvSpPr/>
          <p:nvPr/>
        </p:nvSpPr>
        <p:spPr>
          <a:xfrm>
            <a:off x="4610261" y="3930961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279C7D-017D-91C5-F7C8-E72C2A3E5C8D}"/>
              </a:ext>
            </a:extLst>
          </p:cNvPr>
          <p:cNvSpPr/>
          <p:nvPr/>
        </p:nvSpPr>
        <p:spPr>
          <a:xfrm>
            <a:off x="2575879" y="3964371"/>
            <a:ext cx="519193" cy="23292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648EF-558B-2157-61A3-982AAABDFFD8}"/>
              </a:ext>
            </a:extLst>
          </p:cNvPr>
          <p:cNvSpPr/>
          <p:nvPr/>
        </p:nvSpPr>
        <p:spPr>
          <a:xfrm>
            <a:off x="3911586" y="3945849"/>
            <a:ext cx="519193" cy="23292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68E9FE-00C4-4C8A-9EDB-76A612F0F8ED}"/>
              </a:ext>
            </a:extLst>
          </p:cNvPr>
          <p:cNvSpPr/>
          <p:nvPr/>
        </p:nvSpPr>
        <p:spPr>
          <a:xfrm>
            <a:off x="3864446" y="3994149"/>
            <a:ext cx="519193" cy="23292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597535-411E-98EB-FB21-3ADB0FFF57C7}"/>
              </a:ext>
            </a:extLst>
          </p:cNvPr>
          <p:cNvSpPr/>
          <p:nvPr/>
        </p:nvSpPr>
        <p:spPr>
          <a:xfrm>
            <a:off x="6101331" y="1185621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B6B317-E549-066F-B4C5-899DBE1F79B7}"/>
              </a:ext>
            </a:extLst>
          </p:cNvPr>
          <p:cNvSpPr/>
          <p:nvPr/>
        </p:nvSpPr>
        <p:spPr>
          <a:xfrm>
            <a:off x="2679698" y="1175457"/>
            <a:ext cx="519193" cy="2329230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1033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FB73-CFF8-C634-28E6-E34B9B89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F6685B-1572-CA5E-AB37-AF9C30C4E1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19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9FFCE9-AA90-91D1-0143-36084C73C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481510"/>
              </p:ext>
            </p:extLst>
          </p:nvPr>
        </p:nvGraphicFramePr>
        <p:xfrm>
          <a:off x="640232" y="3897549"/>
          <a:ext cx="5087371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4603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778917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988114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679158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677662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77891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T9-13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T10-14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T12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T14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T16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E74B5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Action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52226" name="Rectangle 2">
            <a:extLst>
              <a:ext uri="{FF2B5EF4-FFF2-40B4-BE49-F238E27FC236}">
                <a16:creationId xmlns:a16="http://schemas.microsoft.com/office/drawing/2014/main" id="{4FBC686A-817D-40EC-B77A-BE8E21129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21B6D0-B53C-3E0B-E676-86ED9CD7C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37902"/>
              </p:ext>
            </p:extLst>
          </p:nvPr>
        </p:nvGraphicFramePr>
        <p:xfrm>
          <a:off x="640232" y="1142044"/>
          <a:ext cx="6973673" cy="23960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0337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563958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632924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1211401">
                  <a:extLst>
                    <a:ext uri="{9D8B030D-6E8A-4147-A177-3AD203B41FA5}">
                      <a16:colId xmlns:a16="http://schemas.microsoft.com/office/drawing/2014/main" val="2358315746"/>
                    </a:ext>
                  </a:extLst>
                </a:gridCol>
                <a:gridCol w="952787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784569">
                  <a:extLst>
                    <a:ext uri="{9D8B030D-6E8A-4147-A177-3AD203B41FA5}">
                      <a16:colId xmlns:a16="http://schemas.microsoft.com/office/drawing/2014/main" val="3966209577"/>
                    </a:ext>
                  </a:extLst>
                </a:gridCol>
                <a:gridCol w="1377697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</a:tblGrid>
              <a:tr h="4658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>
                          <a:effectLst/>
                        </a:rPr>
                        <a:t>Condition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T1</a:t>
                      </a:r>
                      <a:endParaRPr lang="en-US" sz="18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T2-4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T3-7-11-15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T5-13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T6-14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T8-12-16-[4]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ABS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ESP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FCW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</a:rPr>
                        <a:t>LDW</a:t>
                      </a: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effectLst/>
                        </a:rPr>
                        <a:t>Action</a:t>
                      </a:r>
                      <a:endParaRPr lang="en-US" sz="18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he-IL" sz="18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21693">
                <a:tc>
                  <a:txBody>
                    <a:bodyPr/>
                    <a:lstStyle/>
                    <a:p>
                      <a:pPr algn="r" defTabSz="715963" fontAlgn="ctr"/>
                      <a:r>
                        <a:rPr lang="en-US" sz="1600" u="none" strike="noStrike" dirty="0">
                          <a:effectLst/>
                        </a:rPr>
                        <a:t>Discount</a:t>
                      </a:r>
                      <a:endParaRPr lang="en-US" sz="18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199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3F89-D031-E129-9379-FAE15914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BC9665-46E8-5A2A-7090-414D8CB2B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20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D310C5-3C9D-FF01-0E69-6D26E9C66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317415"/>
              </p:ext>
            </p:extLst>
          </p:nvPr>
        </p:nvGraphicFramePr>
        <p:xfrm>
          <a:off x="819150" y="2914975"/>
          <a:ext cx="7300722" cy="256053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4090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441768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560832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1164336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43712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646176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  <a:gridCol w="597984">
                  <a:extLst>
                    <a:ext uri="{9D8B030D-6E8A-4147-A177-3AD203B41FA5}">
                      <a16:colId xmlns:a16="http://schemas.microsoft.com/office/drawing/2014/main" val="3402240946"/>
                    </a:ext>
                  </a:extLst>
                </a:gridCol>
                <a:gridCol w="761424">
                  <a:extLst>
                    <a:ext uri="{9D8B030D-6E8A-4147-A177-3AD203B41FA5}">
                      <a16:colId xmlns:a16="http://schemas.microsoft.com/office/drawing/2014/main" val="1448989804"/>
                    </a:ext>
                  </a:extLst>
                </a:gridCol>
              </a:tblGrid>
              <a:tr h="49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Condition</a:t>
                      </a:r>
                      <a:endParaRPr lang="en-US" sz="16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T2-4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T3-7-11-15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T5-13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T6-14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T8-12-16-[4]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T9-13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T10-14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ABS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ESP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FCW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</a:t>
                      </a:r>
                      <a:endParaRPr lang="en-US" sz="1600" b="0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LDW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</a:t>
                      </a:r>
                      <a:endParaRPr lang="en-US" sz="1600" b="0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Action</a:t>
                      </a:r>
                      <a:endParaRPr lang="en-US" sz="16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defTabSz="715963" fontAlgn="ctr">
                        <a:tabLst>
                          <a:tab pos="231775" algn="l"/>
                        </a:tabLst>
                      </a:pPr>
                      <a:r>
                        <a:rPr lang="en-US" sz="1400" u="none" strike="noStrike" dirty="0">
                          <a:effectLst/>
                        </a:rPr>
                        <a:t>Discount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</a:tbl>
          </a:graphicData>
        </a:graphic>
      </p:graphicFrame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46793D61-7FD3-A681-2797-D68B42942255}"/>
              </a:ext>
            </a:extLst>
          </p:cNvPr>
          <p:cNvSpPr/>
          <p:nvPr/>
        </p:nvSpPr>
        <p:spPr>
          <a:xfrm>
            <a:off x="400956" y="683741"/>
            <a:ext cx="7250773" cy="2012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אין אמצעי בטיחות, אין הנחה.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ABS </a:t>
            </a:r>
            <a:r>
              <a:rPr lang="he-IL" sz="1800" i="0" dirty="0"/>
              <a:t> ו\או </a:t>
            </a:r>
            <a:r>
              <a:rPr lang="en-US" sz="1800" i="0" dirty="0"/>
              <a:t>ESP</a:t>
            </a:r>
            <a:r>
              <a:rPr lang="he-IL" sz="1800" i="0" dirty="0"/>
              <a:t>, יש הנחה של 15%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FCW</a:t>
            </a:r>
            <a:r>
              <a:rPr lang="he-IL" sz="1800" i="0" dirty="0"/>
              <a:t> יש הנחה של 10%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LDW</a:t>
            </a:r>
            <a:r>
              <a:rPr lang="he-IL" sz="1800" i="0" dirty="0"/>
              <a:t> יש הנחה של 20%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FCW</a:t>
            </a:r>
            <a:r>
              <a:rPr lang="he-IL" sz="1800" i="0" dirty="0"/>
              <a:t>, ההנחה על </a:t>
            </a:r>
            <a:r>
              <a:rPr lang="en-US" sz="1800" i="0" dirty="0"/>
              <a:t>ABS</a:t>
            </a:r>
            <a:r>
              <a:rPr lang="he-IL" sz="1800" i="0" dirty="0"/>
              <a:t> ו – </a:t>
            </a:r>
            <a:r>
              <a:rPr lang="en-US" sz="1800" i="0" dirty="0"/>
              <a:t>ESP </a:t>
            </a:r>
            <a:r>
              <a:rPr lang="he-IL" sz="1800" i="0" dirty="0"/>
              <a:t> מתבטלות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LDW</a:t>
            </a:r>
            <a:r>
              <a:rPr lang="he-IL" sz="1800" i="0" dirty="0"/>
              <a:t>, ההנחה על</a:t>
            </a:r>
            <a:r>
              <a:rPr lang="en-US" sz="1800" i="0" dirty="0"/>
              <a:t>FCW </a:t>
            </a:r>
            <a:r>
              <a:rPr lang="he-IL" sz="1800" i="0" dirty="0"/>
              <a:t> מתבטלת (אבל עדיין כלל 5 תופס)</a:t>
            </a:r>
            <a:endParaRPr lang="en-US" sz="1800" i="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1800" i="0" dirty="0"/>
              <a:t>ההנחות מצטרפות אחת לשניה  – אלא אם הכללים מונעים זאת. </a:t>
            </a: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E316980-89B6-6532-6927-85867F7C6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פתרון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97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64439" cy="889200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כללי הנחות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C0E1EE-E907-4F79-7CFE-CB753978F3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21</a:t>
            </a:fld>
            <a:endParaRPr lang="en-IL" dirty="0"/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541039" y="1566702"/>
            <a:ext cx="7111387" cy="4431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אין אמצעי בטיחות, אין הנחה.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ABS </a:t>
            </a:r>
            <a:r>
              <a:rPr lang="he-IL" sz="2000" i="0" dirty="0"/>
              <a:t> ו\או </a:t>
            </a:r>
            <a:r>
              <a:rPr lang="en-US" sz="2000" i="0" dirty="0"/>
              <a:t>ESP</a:t>
            </a:r>
            <a:r>
              <a:rPr lang="he-IL" sz="2000" i="0" dirty="0"/>
              <a:t>, יש הנחה של 15% על דמי הביטוח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FCW</a:t>
            </a:r>
            <a:r>
              <a:rPr lang="he-IL" sz="2000" i="0" dirty="0"/>
              <a:t> יש הנחה של 10% על דמי הביטוח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LDW</a:t>
            </a:r>
            <a:r>
              <a:rPr lang="he-IL" sz="2000" i="0" dirty="0"/>
              <a:t> יש הנחה של 20% על דמי הביטוח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FCW</a:t>
            </a:r>
            <a:r>
              <a:rPr lang="he-IL" sz="2000" i="0" dirty="0"/>
              <a:t>, ההנחה על </a:t>
            </a:r>
            <a:r>
              <a:rPr lang="en-US" sz="2000" i="0" dirty="0"/>
              <a:t>ABS</a:t>
            </a:r>
            <a:r>
              <a:rPr lang="he-IL" sz="2000" i="0" dirty="0"/>
              <a:t> ו – </a:t>
            </a:r>
            <a:r>
              <a:rPr lang="en-US" sz="2000" i="0" dirty="0"/>
              <a:t>ESP </a:t>
            </a:r>
            <a:r>
              <a:rPr lang="he-IL" sz="2000" i="0" dirty="0"/>
              <a:t> מתבטלות</a:t>
            </a:r>
            <a:endParaRPr lang="en-US" sz="20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2000" i="0" dirty="0"/>
              <a:t>אם יש </a:t>
            </a:r>
            <a:r>
              <a:rPr lang="en-US" sz="2000" i="0" dirty="0"/>
              <a:t>LDW</a:t>
            </a:r>
            <a:r>
              <a:rPr lang="he-IL" sz="2000" i="0" dirty="0"/>
              <a:t>, ההנחה על</a:t>
            </a:r>
            <a:r>
              <a:rPr lang="en-US" sz="2000" i="0" dirty="0"/>
              <a:t>FCW </a:t>
            </a:r>
            <a:r>
              <a:rPr lang="he-IL" sz="2000" i="0" dirty="0"/>
              <a:t> מתבטלת (אבל עדיין כלל 5 תופס)</a:t>
            </a:r>
            <a:endParaRPr lang="en-US" sz="2000" i="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2000" i="0" dirty="0"/>
              <a:t>ההנחות מצטרפות אחת לשניה  – אלא אם הכללים מונעים זאת. 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he-IL" sz="2000" i="0" dirty="0"/>
          </a:p>
          <a:p>
            <a:pPr algn="r" rtl="1"/>
            <a:r>
              <a:rPr lang="he-IL" sz="2000" i="0" dirty="0">
                <a:solidFill>
                  <a:srgbClr val="00B050"/>
                </a:solidFill>
              </a:rPr>
              <a:t>כמה בדיקות צריך להריץ על מנת לבדוק שהקוד מממש נכון את הלוגיקה של ההנחות?</a:t>
            </a:r>
            <a:endParaRPr lang="en-US" sz="2000" i="0" dirty="0">
              <a:solidFill>
                <a:srgbClr val="00B050"/>
              </a:solidFill>
            </a:endParaRPr>
          </a:p>
          <a:p>
            <a:pPr algn="r" rtl="1"/>
            <a:endParaRPr lang="en-US" sz="2000" dirty="0">
              <a:solidFill>
                <a:srgbClr val="00B050"/>
              </a:solidFill>
            </a:endParaRPr>
          </a:p>
          <a:p>
            <a:pPr algn="r" rtl="1"/>
            <a:endParaRPr lang="en-US" sz="2800" i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C5141-316F-092D-61C9-CC68867CB835}"/>
              </a:ext>
            </a:extLst>
          </p:cNvPr>
          <p:cNvSpPr txBox="1"/>
          <p:nvPr/>
        </p:nvSpPr>
        <p:spPr>
          <a:xfrm>
            <a:off x="2346836" y="5291298"/>
            <a:ext cx="918841" cy="379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Titillium Web Light" panose="00000400000000000000" pitchFamily="2" charset="0"/>
              </a:rPr>
              <a:t>2</a:t>
            </a:r>
            <a:r>
              <a:rPr lang="en-US" b="1" baseline="30000" dirty="0">
                <a:latin typeface="Titillium Web Light" panose="00000400000000000000" pitchFamily="2" charset="0"/>
              </a:rPr>
              <a:t>4</a:t>
            </a:r>
            <a:r>
              <a:rPr lang="en-US" b="1" dirty="0">
                <a:latin typeface="Titillium Web Light" panose="00000400000000000000" pitchFamily="2" charset="0"/>
              </a:rPr>
              <a:t> = 16</a:t>
            </a:r>
          </a:p>
        </p:txBody>
      </p:sp>
    </p:spTree>
    <p:extLst>
      <p:ext uri="{BB962C8B-B14F-4D97-AF65-F5344CB8AC3E}">
        <p14:creationId xmlns:p14="http://schemas.microsoft.com/office/powerpoint/2010/main" val="63101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DCCD0-89C0-C478-4183-9396F55BC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838EB-B580-F587-CB23-6ED96655AC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22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42688E-9EC4-BDFF-BEFA-6AE918AA6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781095"/>
              </p:ext>
            </p:extLst>
          </p:nvPr>
        </p:nvGraphicFramePr>
        <p:xfrm>
          <a:off x="819150" y="2914975"/>
          <a:ext cx="7300722" cy="29043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4090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441768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560832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1164336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43712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646176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  <a:gridCol w="597984">
                  <a:extLst>
                    <a:ext uri="{9D8B030D-6E8A-4147-A177-3AD203B41FA5}">
                      <a16:colId xmlns:a16="http://schemas.microsoft.com/office/drawing/2014/main" val="3402240946"/>
                    </a:ext>
                  </a:extLst>
                </a:gridCol>
                <a:gridCol w="761424">
                  <a:extLst>
                    <a:ext uri="{9D8B030D-6E8A-4147-A177-3AD203B41FA5}">
                      <a16:colId xmlns:a16="http://schemas.microsoft.com/office/drawing/2014/main" val="1448989804"/>
                    </a:ext>
                  </a:extLst>
                </a:gridCol>
              </a:tblGrid>
              <a:tr h="49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Condition</a:t>
                      </a:r>
                      <a:endParaRPr lang="en-US" sz="16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T2-4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T3-7-11-15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T5-13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T6-14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T8-12-16-[4]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T9-13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T10-14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ABS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ESP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FCW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</a:t>
                      </a:r>
                      <a:endParaRPr lang="en-US" sz="1600" b="0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LDW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</a:t>
                      </a:r>
                      <a:endParaRPr lang="en-US" sz="1600" b="0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Action</a:t>
                      </a:r>
                      <a:endParaRPr lang="en-US" sz="16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defTabSz="715963" fontAlgn="ctr">
                        <a:tabLst>
                          <a:tab pos="231775" algn="l"/>
                        </a:tabLst>
                      </a:pPr>
                      <a:r>
                        <a:rPr lang="en-US" sz="1400" u="none" strike="noStrike" dirty="0">
                          <a:effectLst/>
                        </a:rPr>
                        <a:t>Discount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defTabSz="715963" fontAlgn="ctr">
                        <a:tabLst>
                          <a:tab pos="231775" algn="l"/>
                        </a:tabLst>
                      </a:pPr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Test cases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486259"/>
                  </a:ext>
                </a:extLst>
              </a:tr>
            </a:tbl>
          </a:graphicData>
        </a:graphic>
      </p:graphicFrame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1A10965D-75F1-4DF7-F06B-1C1EAEDBCCD7}"/>
              </a:ext>
            </a:extLst>
          </p:cNvPr>
          <p:cNvSpPr/>
          <p:nvPr/>
        </p:nvSpPr>
        <p:spPr>
          <a:xfrm>
            <a:off x="400956" y="683741"/>
            <a:ext cx="7250773" cy="2012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אין אמצעי בטיחות, אין הנחה.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ABS </a:t>
            </a:r>
            <a:r>
              <a:rPr lang="he-IL" sz="1800" i="0" dirty="0"/>
              <a:t> ו\או </a:t>
            </a:r>
            <a:r>
              <a:rPr lang="en-US" sz="1800" i="0" dirty="0"/>
              <a:t>ESP</a:t>
            </a:r>
            <a:r>
              <a:rPr lang="he-IL" sz="1800" i="0" dirty="0"/>
              <a:t>, יש הנחה של 15%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FCW</a:t>
            </a:r>
            <a:r>
              <a:rPr lang="he-IL" sz="1800" i="0" dirty="0"/>
              <a:t> יש הנחה של 10%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LDW</a:t>
            </a:r>
            <a:r>
              <a:rPr lang="he-IL" sz="1800" i="0" dirty="0"/>
              <a:t> יש הנחה של 20%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FCW</a:t>
            </a:r>
            <a:r>
              <a:rPr lang="he-IL" sz="1800" i="0" dirty="0"/>
              <a:t>, ההנחה על </a:t>
            </a:r>
            <a:r>
              <a:rPr lang="en-US" sz="1800" i="0" dirty="0"/>
              <a:t>ABS</a:t>
            </a:r>
            <a:r>
              <a:rPr lang="he-IL" sz="1800" i="0" dirty="0"/>
              <a:t> ו – </a:t>
            </a:r>
            <a:r>
              <a:rPr lang="en-US" sz="1800" i="0" dirty="0"/>
              <a:t>ESP </a:t>
            </a:r>
            <a:r>
              <a:rPr lang="he-IL" sz="1800" i="0" dirty="0"/>
              <a:t> מתבטלות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LDW</a:t>
            </a:r>
            <a:r>
              <a:rPr lang="he-IL" sz="1800" i="0" dirty="0"/>
              <a:t>, ההנחה על</a:t>
            </a:r>
            <a:r>
              <a:rPr lang="en-US" sz="1800" i="0" dirty="0"/>
              <a:t>FCW </a:t>
            </a:r>
            <a:r>
              <a:rPr lang="he-IL" sz="1800" i="0" dirty="0"/>
              <a:t> מתבטלת (אבל עדיין כלל 5 תופס)</a:t>
            </a:r>
            <a:endParaRPr lang="en-US" sz="1800" i="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1800" i="0" dirty="0"/>
              <a:t>ההנחות מצטרפות אחת לשניה  – אלא אם הכללים מונעים זאת. </a:t>
            </a: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FE6ACF0C-6F28-617B-3136-011635FB1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פתרון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FA267-DFC8-7845-B95D-C44B1675ACA5}"/>
              </a:ext>
            </a:extLst>
          </p:cNvPr>
          <p:cNvSpPr txBox="1"/>
          <p:nvPr/>
        </p:nvSpPr>
        <p:spPr>
          <a:xfrm>
            <a:off x="2528069" y="5984431"/>
            <a:ext cx="2388795" cy="379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Titillium Web Light" panose="00000400000000000000" pitchFamily="2" charset="0"/>
              </a:rPr>
              <a:t>Total test cases = 19!!</a:t>
            </a:r>
          </a:p>
        </p:txBody>
      </p:sp>
    </p:spTree>
    <p:extLst>
      <p:ext uri="{BB962C8B-B14F-4D97-AF65-F5344CB8AC3E}">
        <p14:creationId xmlns:p14="http://schemas.microsoft.com/office/powerpoint/2010/main" val="1068983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084C-7902-3FF8-8877-1E8100C7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1F9A8-A588-B018-CCF4-A9036B5256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23</a:t>
            </a:fld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A636F0-7D84-CC35-FCBA-957F4818E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930693"/>
              </p:ext>
            </p:extLst>
          </p:nvPr>
        </p:nvGraphicFramePr>
        <p:xfrm>
          <a:off x="819150" y="2914975"/>
          <a:ext cx="7300722" cy="29043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40906">
                  <a:extLst>
                    <a:ext uri="{9D8B030D-6E8A-4147-A177-3AD203B41FA5}">
                      <a16:colId xmlns:a16="http://schemas.microsoft.com/office/drawing/2014/main" val="2722259432"/>
                    </a:ext>
                  </a:extLst>
                </a:gridCol>
                <a:gridCol w="441768">
                  <a:extLst>
                    <a:ext uri="{9D8B030D-6E8A-4147-A177-3AD203B41FA5}">
                      <a16:colId xmlns:a16="http://schemas.microsoft.com/office/drawing/2014/main" val="3954876545"/>
                    </a:ext>
                  </a:extLst>
                </a:gridCol>
                <a:gridCol w="560832">
                  <a:extLst>
                    <a:ext uri="{9D8B030D-6E8A-4147-A177-3AD203B41FA5}">
                      <a16:colId xmlns:a16="http://schemas.microsoft.com/office/drawing/2014/main" val="2895239025"/>
                    </a:ext>
                  </a:extLst>
                </a:gridCol>
                <a:gridCol w="1164336">
                  <a:extLst>
                    <a:ext uri="{9D8B030D-6E8A-4147-A177-3AD203B41FA5}">
                      <a16:colId xmlns:a16="http://schemas.microsoft.com/office/drawing/2014/main" val="2145075031"/>
                    </a:ext>
                  </a:extLst>
                </a:gridCol>
                <a:gridCol w="743712">
                  <a:extLst>
                    <a:ext uri="{9D8B030D-6E8A-4147-A177-3AD203B41FA5}">
                      <a16:colId xmlns:a16="http://schemas.microsoft.com/office/drawing/2014/main" val="2821583340"/>
                    </a:ext>
                  </a:extLst>
                </a:gridCol>
                <a:gridCol w="646176">
                  <a:extLst>
                    <a:ext uri="{9D8B030D-6E8A-4147-A177-3AD203B41FA5}">
                      <a16:colId xmlns:a16="http://schemas.microsoft.com/office/drawing/2014/main" val="307239066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3918866996"/>
                    </a:ext>
                  </a:extLst>
                </a:gridCol>
                <a:gridCol w="597984">
                  <a:extLst>
                    <a:ext uri="{9D8B030D-6E8A-4147-A177-3AD203B41FA5}">
                      <a16:colId xmlns:a16="http://schemas.microsoft.com/office/drawing/2014/main" val="3402240946"/>
                    </a:ext>
                  </a:extLst>
                </a:gridCol>
                <a:gridCol w="761424">
                  <a:extLst>
                    <a:ext uri="{9D8B030D-6E8A-4147-A177-3AD203B41FA5}">
                      <a16:colId xmlns:a16="http://schemas.microsoft.com/office/drawing/2014/main" val="1448989804"/>
                    </a:ext>
                  </a:extLst>
                </a:gridCol>
              </a:tblGrid>
              <a:tr h="49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Condition</a:t>
                      </a:r>
                      <a:endParaRPr lang="en-US" sz="16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T2-</a:t>
                      </a: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T3-7-11-15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T5-</a:t>
                      </a:r>
                      <a:r>
                        <a:rPr lang="en-US" sz="1600" b="1" u="none" strike="noStrike" dirty="0">
                          <a:effectLst/>
                          <a:highlight>
                            <a:srgbClr val="00FFFF"/>
                          </a:highlight>
                        </a:rPr>
                        <a:t>13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highlight>
                          <a:srgbClr val="00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T6-</a:t>
                      </a:r>
                      <a:r>
                        <a:rPr lang="en-US" sz="1600" b="1" u="none" strike="noStrike" dirty="0">
                          <a:effectLst/>
                          <a:highlight>
                            <a:srgbClr val="FF00FF"/>
                          </a:highlight>
                        </a:rPr>
                        <a:t>14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highlight>
                          <a:srgbClr val="FF00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T8-12-16-[</a:t>
                      </a:r>
                      <a:r>
                        <a:rPr lang="en-US" sz="16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4</a:t>
                      </a:r>
                      <a:r>
                        <a:rPr lang="en-US" sz="1600" b="1" u="none" strike="noStrike" dirty="0">
                          <a:effectLst/>
                        </a:rPr>
                        <a:t>]</a:t>
                      </a:r>
                      <a:endParaRPr lang="en-US" sz="1600" b="1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T9-</a:t>
                      </a: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13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T10-</a:t>
                      </a: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14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86420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ABS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44492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ESP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</a:t>
                      </a: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~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2182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FCW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</a:t>
                      </a:r>
                      <a:endParaRPr lang="en-US" sz="1600" b="0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~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58763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LDW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</a:t>
                      </a:r>
                      <a:endParaRPr lang="en-US" sz="1600" b="0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12527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Action</a:t>
                      </a:r>
                      <a:endParaRPr lang="en-US" sz="1600" b="1" i="0" u="none" strike="noStrike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>
                          <a:effectLst/>
                        </a:rPr>
                        <a:t> </a:t>
                      </a:r>
                      <a:endParaRPr lang="he-IL" sz="1600" b="0" i="0" u="none" strike="noStrike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2E74B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0936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defTabSz="715963" fontAlgn="ctr">
                        <a:tabLst>
                          <a:tab pos="231775" algn="l"/>
                        </a:tabLst>
                      </a:pPr>
                      <a:r>
                        <a:rPr lang="en-US" sz="1400" u="none" strike="noStrike" dirty="0">
                          <a:effectLst/>
                        </a:rPr>
                        <a:t>Discount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35</a:t>
                      </a:r>
                      <a:endParaRPr lang="en-US" sz="1600" b="0" i="0" u="none" strike="noStrike" dirty="0">
                        <a:solidFill>
                          <a:srgbClr val="2E74B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70204"/>
                  </a:ext>
                </a:extLst>
              </a:tr>
              <a:tr h="343776">
                <a:tc>
                  <a:txBody>
                    <a:bodyPr/>
                    <a:lstStyle/>
                    <a:p>
                      <a:pPr algn="ctr" defTabSz="715963" fontAlgn="ctr">
                        <a:tabLst>
                          <a:tab pos="231775" algn="l"/>
                        </a:tabLst>
                      </a:pPr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Test cases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2E74B5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486259"/>
                  </a:ext>
                </a:extLst>
              </a:tr>
            </a:tbl>
          </a:graphicData>
        </a:graphic>
      </p:graphicFrame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BBE1C26D-ABF5-213B-29E9-88B654476F7B}"/>
              </a:ext>
            </a:extLst>
          </p:cNvPr>
          <p:cNvSpPr/>
          <p:nvPr/>
        </p:nvSpPr>
        <p:spPr>
          <a:xfrm>
            <a:off x="400956" y="683741"/>
            <a:ext cx="7250773" cy="2012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אין אמצעי בטיחות, אין הנחה.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ABS </a:t>
            </a:r>
            <a:r>
              <a:rPr lang="he-IL" sz="1800" i="0" dirty="0"/>
              <a:t> ו\או </a:t>
            </a:r>
            <a:r>
              <a:rPr lang="en-US" sz="1800" i="0" dirty="0"/>
              <a:t>ESP</a:t>
            </a:r>
            <a:r>
              <a:rPr lang="he-IL" sz="1800" i="0" dirty="0"/>
              <a:t>, יש הנחה של 15%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FCW</a:t>
            </a:r>
            <a:r>
              <a:rPr lang="he-IL" sz="1800" i="0" dirty="0"/>
              <a:t> יש הנחה של 10%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LDW</a:t>
            </a:r>
            <a:r>
              <a:rPr lang="he-IL" sz="1800" i="0" dirty="0"/>
              <a:t> יש הנחה של 20% על דמי הביטוח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FCW</a:t>
            </a:r>
            <a:r>
              <a:rPr lang="he-IL" sz="1800" i="0" dirty="0"/>
              <a:t>, ההנחה על </a:t>
            </a:r>
            <a:r>
              <a:rPr lang="en-US" sz="1800" i="0" dirty="0"/>
              <a:t>ABS</a:t>
            </a:r>
            <a:r>
              <a:rPr lang="he-IL" sz="1800" i="0" dirty="0"/>
              <a:t> ו – </a:t>
            </a:r>
            <a:r>
              <a:rPr lang="en-US" sz="1800" i="0" dirty="0"/>
              <a:t>ESP </a:t>
            </a:r>
            <a:r>
              <a:rPr lang="he-IL" sz="1800" i="0" dirty="0"/>
              <a:t> מתבטלות</a:t>
            </a:r>
            <a:endParaRPr lang="en-US" sz="1800" i="0" dirty="0"/>
          </a:p>
          <a:p>
            <a:pPr marL="457200" lvl="0" indent="-457200" algn="r" rtl="1">
              <a:buFont typeface="+mj-lt"/>
              <a:buAutoNum type="arabicPeriod"/>
            </a:pPr>
            <a:r>
              <a:rPr lang="he-IL" sz="1800" i="0" dirty="0"/>
              <a:t>אם יש </a:t>
            </a:r>
            <a:r>
              <a:rPr lang="en-US" sz="1800" i="0" dirty="0"/>
              <a:t>LDW</a:t>
            </a:r>
            <a:r>
              <a:rPr lang="he-IL" sz="1800" i="0" dirty="0"/>
              <a:t>, ההנחה על</a:t>
            </a:r>
            <a:r>
              <a:rPr lang="en-US" sz="1800" i="0" dirty="0"/>
              <a:t>FCW </a:t>
            </a:r>
            <a:r>
              <a:rPr lang="he-IL" sz="1800" i="0" dirty="0"/>
              <a:t> מתבטלת (אבל עדיין כלל 5 תופס)</a:t>
            </a:r>
            <a:endParaRPr lang="en-US" sz="1800" i="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1800" i="0" dirty="0"/>
              <a:t>ההנחות מצטרפות אחת לשניה  – אלא אם הכללים מונעים זאת. </a:t>
            </a: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4613E0BD-F499-D034-E39E-18FEBF868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231" y="206661"/>
            <a:ext cx="6880915" cy="575934"/>
          </a:xfrm>
        </p:spPr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פתרון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1C1E4-BBA3-8CFF-3618-FFBFFFC0BE2B}"/>
              </a:ext>
            </a:extLst>
          </p:cNvPr>
          <p:cNvSpPr txBox="1"/>
          <p:nvPr/>
        </p:nvSpPr>
        <p:spPr>
          <a:xfrm>
            <a:off x="2528069" y="5984431"/>
            <a:ext cx="2388795" cy="379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Titillium Web Light" panose="00000400000000000000" pitchFamily="2" charset="0"/>
              </a:rPr>
              <a:t>Total test cases = 19!!</a:t>
            </a:r>
          </a:p>
        </p:txBody>
      </p:sp>
    </p:spTree>
    <p:extLst>
      <p:ext uri="{BB962C8B-B14F-4D97-AF65-F5344CB8AC3E}">
        <p14:creationId xmlns:p14="http://schemas.microsoft.com/office/powerpoint/2010/main" val="1353304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tests from Decision Table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Coverage Goals: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Minimum: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At least one test for each column in the table (EC coverage)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Better: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Tests cover all boundary values of all parameters (4n+1)</a:t>
            </a:r>
          </a:p>
          <a:p>
            <a:pPr lvl="1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sz="2000" dirty="0"/>
          </a:p>
          <a:p>
            <a:endParaRPr lang="en-US" sz="2400" b="1" dirty="0"/>
          </a:p>
          <a:p>
            <a:pPr lvl="1"/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3B2E47-87E9-58F3-2852-02265EB26B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24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35072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>
          <a:extLst>
            <a:ext uri="{FF2B5EF4-FFF2-40B4-BE49-F238E27FC236}">
              <a16:creationId xmlns:a16="http://schemas.microsoft.com/office/drawing/2014/main" id="{EDCCDACD-B85D-5D68-D908-9DDCF09C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17">
            <a:extLst>
              <a:ext uri="{FF2B5EF4-FFF2-40B4-BE49-F238E27FC236}">
                <a16:creationId xmlns:a16="http://schemas.microsoft.com/office/drawing/2014/main" id="{5A855989-6FAF-C2BB-D8AB-7135B9BC8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59459" y="634314"/>
            <a:ext cx="3500116" cy="4654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6600" i="0" dirty="0"/>
              <a:t>Class Activity</a:t>
            </a:r>
            <a:endParaRPr sz="6600" i="0" dirty="0"/>
          </a:p>
        </p:txBody>
      </p:sp>
      <p:sp>
        <p:nvSpPr>
          <p:cNvPr id="3865" name="Google Shape;3865;p17">
            <a:extLst>
              <a:ext uri="{FF2B5EF4-FFF2-40B4-BE49-F238E27FC236}">
                <a16:creationId xmlns:a16="http://schemas.microsoft.com/office/drawing/2014/main" id="{576EF826-920E-D045-81F6-661EE7C808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0955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D2499-A329-A485-1392-B825C1DB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2B81-EFD9-470B-39DB-39391BC8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A77D9-DF0E-6E4C-7B2A-83AF2E68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3831949"/>
          </a:xfrm>
        </p:spPr>
        <p:txBody>
          <a:bodyPr/>
          <a:lstStyle/>
          <a:p>
            <a:pPr lvl="0"/>
            <a:r>
              <a:rPr lang="en-US" dirty="0"/>
              <a:t>Write the full (not optimized) decision table for </a:t>
            </a:r>
            <a:r>
              <a:rPr lang="en-US" dirty="0" err="1"/>
              <a:t>triage_rules</a:t>
            </a:r>
            <a:endParaRPr lang="en-US" dirty="0"/>
          </a:p>
          <a:p>
            <a:pPr lvl="0"/>
            <a:r>
              <a:rPr lang="en-US" dirty="0"/>
              <a:t>Minimize the table</a:t>
            </a:r>
          </a:p>
          <a:p>
            <a:pPr lvl="0"/>
            <a:r>
              <a:rPr lang="en-US" dirty="0"/>
              <a:t>Load both tables to Moodle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30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7DE9F-2205-6706-1654-524D5AF15C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44008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>
          <a:extLst>
            <a:ext uri="{FF2B5EF4-FFF2-40B4-BE49-F238E27FC236}">
              <a16:creationId xmlns:a16="http://schemas.microsoft.com/office/drawing/2014/main" id="{F3CA6CC3-AB41-E140-287D-51DD9F82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17">
            <a:extLst>
              <a:ext uri="{FF2B5EF4-FFF2-40B4-BE49-F238E27FC236}">
                <a16:creationId xmlns:a16="http://schemas.microsoft.com/office/drawing/2014/main" id="{F3A035D9-61D4-EF06-01D8-A2D50E32A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59459" y="634314"/>
            <a:ext cx="3500116" cy="4654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6600" i="0" dirty="0"/>
              <a:t>Class Activity</a:t>
            </a:r>
            <a:endParaRPr sz="6600" i="0" dirty="0"/>
          </a:p>
        </p:txBody>
      </p:sp>
      <p:sp>
        <p:nvSpPr>
          <p:cNvPr id="3865" name="Google Shape;3865;p17">
            <a:extLst>
              <a:ext uri="{FF2B5EF4-FFF2-40B4-BE49-F238E27FC236}">
                <a16:creationId xmlns:a16="http://schemas.microsoft.com/office/drawing/2014/main" id="{91CB84C8-695F-46DE-5845-F11F1EB56A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6188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D9A4-D524-A43F-BF7E-85336BC2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81D9-A81A-6B3D-3F47-A7C2EE1A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34952-CBC6-B6F8-5CF1-7DA3110C6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3831949"/>
          </a:xfrm>
        </p:spPr>
        <p:txBody>
          <a:bodyPr/>
          <a:lstStyle/>
          <a:p>
            <a:pPr lvl="0"/>
            <a:r>
              <a:rPr lang="en-US" dirty="0"/>
              <a:t>Get </a:t>
            </a:r>
            <a:r>
              <a:rPr lang="en-US" b="1" dirty="0"/>
              <a:t>trace_it.exe</a:t>
            </a:r>
            <a:r>
              <a:rPr lang="en-US" dirty="0"/>
              <a:t> from Moodle (trace_it.zip)</a:t>
            </a:r>
            <a:endParaRPr lang="en-IL" dirty="0"/>
          </a:p>
          <a:p>
            <a:pPr lvl="0"/>
            <a:r>
              <a:rPr lang="en-US" dirty="0"/>
              <a:t>Use commands to move between states</a:t>
            </a:r>
            <a:endParaRPr lang="en-IL" dirty="0"/>
          </a:p>
          <a:p>
            <a:pPr lvl="0"/>
            <a:r>
              <a:rPr lang="en-US" dirty="0"/>
              <a:t>Describe the behavior of trace_it.exe</a:t>
            </a:r>
          </a:p>
          <a:p>
            <a:pPr lvl="1"/>
            <a:r>
              <a:rPr lang="en-US" dirty="0"/>
              <a:t>Select any way you think is most easy to follow and understand</a:t>
            </a:r>
          </a:p>
          <a:p>
            <a:pPr lvl="1"/>
            <a:r>
              <a:rPr lang="en-US" dirty="0"/>
              <a:t>Use any format you think is best</a:t>
            </a:r>
            <a:endParaRPr lang="en-IL" dirty="0"/>
          </a:p>
          <a:p>
            <a:pPr lvl="0"/>
            <a:r>
              <a:rPr lang="en-US" dirty="0"/>
              <a:t>Load your work to Moodle</a:t>
            </a:r>
            <a:endParaRPr lang="en-IL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30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AC06-0673-1293-AC6C-5D6613ED08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6423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B0E4-7625-1C22-20D3-E433E237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E777-6AD1-A1BF-EB89-A1EA328AF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- discussion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64B7E-CEF9-CBD3-09FA-2A9126FFB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pPr lvl="0"/>
            <a:r>
              <a:rPr lang="en-US" dirty="0"/>
              <a:t>Review 3 proposals</a:t>
            </a:r>
          </a:p>
          <a:p>
            <a:pPr lvl="0"/>
            <a:r>
              <a:rPr lang="en-US" dirty="0"/>
              <a:t>What’s good? What can be improved?  </a:t>
            </a:r>
            <a:endParaRPr lang="en-IL" dirty="0"/>
          </a:p>
          <a:p>
            <a:pPr lvl="0"/>
            <a:endParaRPr lang="en-IL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16432-BCBE-B839-68FD-833ABD4743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7292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4CF0-F59C-474F-A746-7CA6A88D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C3E7-527C-1DEC-724D-39A4E9B0F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2" y="3838333"/>
            <a:ext cx="6201029" cy="1546400"/>
          </a:xfrm>
        </p:spPr>
        <p:txBody>
          <a:bodyPr/>
          <a:lstStyle/>
          <a:p>
            <a:r>
              <a:rPr lang="en-US" dirty="0"/>
              <a:t>State Transition Testing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82845-2EEB-0685-054F-3881AB5CE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3" y="2590986"/>
            <a:ext cx="5268900" cy="1046400"/>
          </a:xfrm>
        </p:spPr>
        <p:txBody>
          <a:bodyPr/>
          <a:lstStyle/>
          <a:p>
            <a:r>
              <a:rPr lang="en-US" sz="2400" dirty="0"/>
              <a:t>Test Design Techniques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83206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034" y="1255690"/>
            <a:ext cx="7555615" cy="5029710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 </a:t>
            </a:r>
            <a:r>
              <a:rPr lang="en-US" sz="2400" dirty="0">
                <a:solidFill>
                  <a:srgbClr val="C00000"/>
                </a:solidFill>
              </a:rPr>
              <a:t>model of behavior </a:t>
            </a:r>
            <a:r>
              <a:rPr lang="en-US" sz="2400" dirty="0">
                <a:solidFill>
                  <a:schemeClr val="tx1"/>
                </a:solidFill>
              </a:rPr>
              <a:t>composed of a finite number of </a:t>
            </a:r>
            <a:r>
              <a:rPr lang="en-US" sz="2400" dirty="0">
                <a:solidFill>
                  <a:srgbClr val="C00000"/>
                </a:solidFill>
              </a:rPr>
              <a:t>states</a:t>
            </a:r>
            <a:r>
              <a:rPr lang="en-US" sz="2400" dirty="0">
                <a:solidFill>
                  <a:schemeClr val="tx1"/>
                </a:solidFill>
              </a:rPr>
              <a:t>,</a:t>
            </a:r>
            <a:r>
              <a:rPr lang="en-US" sz="2400" dirty="0">
                <a:solidFill>
                  <a:srgbClr val="C00000"/>
                </a:solidFill>
              </a:rPr>
              <a:t> transitions</a:t>
            </a:r>
            <a:r>
              <a:rPr lang="en-US" sz="2400" dirty="0">
                <a:solidFill>
                  <a:schemeClr val="tx1"/>
                </a:solidFill>
              </a:rPr>
              <a:t> between those states, and </a:t>
            </a:r>
            <a:r>
              <a:rPr lang="en-US" sz="2400" dirty="0">
                <a:solidFill>
                  <a:srgbClr val="C00000"/>
                </a:solidFill>
              </a:rPr>
              <a:t>actions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Allows to inspect the way in which the logic runs when certain conditions are met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Fits systems whose behavior is influenced by the “history” of the system</a:t>
            </a:r>
          </a:p>
          <a:p>
            <a:pPr lvl="1"/>
            <a:endParaRPr lang="en-US" sz="1800" dirty="0"/>
          </a:p>
          <a:p>
            <a:endParaRPr lang="en-US" sz="2000" dirty="0"/>
          </a:p>
          <a:p>
            <a:pPr lvl="1"/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1D8F94-5DE4-A5F1-71DB-087677DA6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31</a:t>
            </a:fld>
            <a:endParaRPr lang="en-IL" dirty="0"/>
          </a:p>
        </p:txBody>
      </p:sp>
      <p:sp>
        <p:nvSpPr>
          <p:cNvPr id="684036" name="Text Box 4"/>
          <p:cNvSpPr txBox="1">
            <a:spLocks noChangeArrowheads="1"/>
          </p:cNvSpPr>
          <p:nvPr/>
        </p:nvSpPr>
        <p:spPr bwMode="auto">
          <a:xfrm>
            <a:off x="781058" y="5393886"/>
            <a:ext cx="7769225" cy="3651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miter lim="800000"/>
            <a:headEnd/>
            <a:tailEnd/>
          </a:ln>
          <a:effectLst>
            <a:outerShdw dist="107763" dir="8100000" algn="ctr" rotWithShape="0">
              <a:schemeClr val="bg2"/>
            </a:outerShdw>
          </a:effectLst>
        </p:spPr>
        <p:txBody>
          <a:bodyPr/>
          <a:lstStyle/>
          <a:p>
            <a:pPr algn="ctr" eaLnBrk="0" hangingPunct="0">
              <a:spcBef>
                <a:spcPct val="20000"/>
              </a:spcBef>
              <a:defRPr/>
            </a:pPr>
            <a:r>
              <a:rPr kumimoji="1" lang="en-US" sz="2000" i="0" dirty="0">
                <a:solidFill>
                  <a:srgbClr val="000000"/>
                </a:solidFill>
                <a:latin typeface="Titillium Web Light" panose="00000400000000000000" pitchFamily="2" charset="0"/>
                <a:cs typeface="+mn-cs"/>
              </a:rPr>
              <a:t>Shorthand for “Finite State Machine”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4E0CE1-65B3-EDF0-A3B4-D2F9BE1E5F27}"/>
              </a:ext>
            </a:extLst>
          </p:cNvPr>
          <p:cNvSpPr/>
          <p:nvPr/>
        </p:nvSpPr>
        <p:spPr>
          <a:xfrm>
            <a:off x="192775" y="1422746"/>
            <a:ext cx="8595631" cy="3489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Diagram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6AF306-5D3F-A39D-7CA4-A68F0F75FB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32</a:t>
            </a:fld>
            <a:endParaRPr lang="en-IL" dirty="0"/>
          </a:p>
        </p:txBody>
      </p:sp>
      <p:sp>
        <p:nvSpPr>
          <p:cNvPr id="10" name="Oval 9"/>
          <p:cNvSpPr/>
          <p:nvPr/>
        </p:nvSpPr>
        <p:spPr bwMode="auto">
          <a:xfrm>
            <a:off x="1451414" y="2796423"/>
            <a:ext cx="1074057" cy="1074057"/>
          </a:xfrm>
          <a:prstGeom prst="ellipse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rPr>
              <a:t>S</a:t>
            </a:r>
            <a:r>
              <a:rPr kumimoji="1" lang="en-US" sz="1200" b="1" i="0" u="none" strike="noStrike" cap="none" normalizeH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rPr>
              <a:t>tate1</a:t>
            </a:r>
            <a:endParaRPr kumimoji="1" 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654783" y="2614994"/>
            <a:ext cx="1074057" cy="1074057"/>
          </a:xfrm>
          <a:prstGeom prst="ellipse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>
                <a:solidFill>
                  <a:srgbClr val="000000"/>
                </a:solidFill>
              </a:rPr>
              <a:t>State2</a:t>
            </a:r>
            <a:endParaRPr kumimoji="1" 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16" name="Straight Connector 15"/>
          <p:cNvCxnSpPr>
            <a:endCxn id="11" idx="2"/>
          </p:cNvCxnSpPr>
          <p:nvPr/>
        </p:nvCxnSpPr>
        <p:spPr bwMode="auto">
          <a:xfrm flipV="1">
            <a:off x="2670629" y="3152023"/>
            <a:ext cx="3984154" cy="36280"/>
          </a:xfrm>
          <a:prstGeom prst="line">
            <a:avLst/>
          </a:prstGeom>
          <a:solidFill>
            <a:srgbClr val="FFCC99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439871" y="2767392"/>
            <a:ext cx="2603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i="0"/>
              <a:t>Input(s)</a:t>
            </a:r>
            <a:r>
              <a:rPr kumimoji="1" lang="en-US" sz="2000" b="1" i="0">
                <a:solidFill>
                  <a:srgbClr val="C00000"/>
                </a:solidFill>
              </a:rPr>
              <a:t> / </a:t>
            </a:r>
            <a:r>
              <a:rPr kumimoji="1" lang="en-US" sz="1400" i="0"/>
              <a:t>Action(s), Output(s) </a:t>
            </a:r>
          </a:p>
        </p:txBody>
      </p:sp>
      <p:sp>
        <p:nvSpPr>
          <p:cNvPr id="19" name="Line Callout 1 (Accent Bar) 18"/>
          <p:cNvSpPr/>
          <p:nvPr/>
        </p:nvSpPr>
        <p:spPr bwMode="auto">
          <a:xfrm>
            <a:off x="2888334" y="4073691"/>
            <a:ext cx="1233714" cy="275770"/>
          </a:xfrm>
          <a:prstGeom prst="accentCallout1">
            <a:avLst>
              <a:gd name="adj1" fmla="val 59466"/>
              <a:gd name="adj2" fmla="val 91870"/>
              <a:gd name="adj3" fmla="val -162972"/>
              <a:gd name="adj4" fmla="val 116566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Transition</a:t>
            </a:r>
          </a:p>
        </p:txBody>
      </p:sp>
      <p:sp>
        <p:nvSpPr>
          <p:cNvPr id="58" name="Line Callout 1 (Accent Bar) 57"/>
          <p:cNvSpPr/>
          <p:nvPr/>
        </p:nvSpPr>
        <p:spPr bwMode="auto">
          <a:xfrm>
            <a:off x="355594" y="4429289"/>
            <a:ext cx="1233714" cy="275770"/>
          </a:xfrm>
          <a:prstGeom prst="accentCallout1">
            <a:avLst>
              <a:gd name="adj1" fmla="val 59466"/>
              <a:gd name="adj2" fmla="val 91870"/>
              <a:gd name="adj3" fmla="val -162972"/>
              <a:gd name="adj4" fmla="val 116566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State</a:t>
            </a:r>
          </a:p>
        </p:txBody>
      </p:sp>
      <p:sp>
        <p:nvSpPr>
          <p:cNvPr id="62" name="Line Callout 1 (Accent Bar) 61"/>
          <p:cNvSpPr/>
          <p:nvPr/>
        </p:nvSpPr>
        <p:spPr bwMode="auto">
          <a:xfrm>
            <a:off x="936178" y="1896532"/>
            <a:ext cx="2264222" cy="406413"/>
          </a:xfrm>
          <a:prstGeom prst="accentCallout1">
            <a:avLst>
              <a:gd name="adj1" fmla="val 62824"/>
              <a:gd name="adj2" fmla="val 96089"/>
              <a:gd name="adj3" fmla="val 206392"/>
              <a:gd name="adj4" fmla="val 117554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Input (external, internal)</a:t>
            </a:r>
          </a:p>
        </p:txBody>
      </p:sp>
      <p:sp>
        <p:nvSpPr>
          <p:cNvPr id="63" name="Line Callout 1 (Accent Bar) 62"/>
          <p:cNvSpPr/>
          <p:nvPr/>
        </p:nvSpPr>
        <p:spPr bwMode="auto">
          <a:xfrm>
            <a:off x="5987137" y="1787675"/>
            <a:ext cx="2808519" cy="406413"/>
          </a:xfrm>
          <a:prstGeom prst="accentCallout1">
            <a:avLst>
              <a:gd name="adj1" fmla="val 58454"/>
              <a:gd name="adj2" fmla="val 7571"/>
              <a:gd name="adj3" fmla="val 234962"/>
              <a:gd name="adj4" fmla="val -29415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>
                <a:solidFill>
                  <a:srgbClr val="C00000"/>
                </a:solidFill>
              </a:rPr>
              <a:t>Actions</a:t>
            </a: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 (external, internal)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D046D7-4BEB-F734-D96B-CB836F06D52B}"/>
              </a:ext>
            </a:extLst>
          </p:cNvPr>
          <p:cNvSpPr/>
          <p:nvPr/>
        </p:nvSpPr>
        <p:spPr>
          <a:xfrm>
            <a:off x="240186" y="1422745"/>
            <a:ext cx="8595631" cy="4727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8CCE5-6923-4298-D570-D9E0836200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pPr/>
              <a:t>33</a:t>
            </a:fld>
            <a:endParaRPr lang="en-IL" dirty="0"/>
          </a:p>
        </p:txBody>
      </p:sp>
      <p:sp>
        <p:nvSpPr>
          <p:cNvPr id="10" name="Oval 9"/>
          <p:cNvSpPr/>
          <p:nvPr/>
        </p:nvSpPr>
        <p:spPr bwMode="auto">
          <a:xfrm>
            <a:off x="1451414" y="2559356"/>
            <a:ext cx="1074057" cy="1074057"/>
          </a:xfrm>
          <a:prstGeom prst="ellipse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rPr>
              <a:t>S</a:t>
            </a:r>
            <a:r>
              <a:rPr kumimoji="1" lang="en-US" sz="1200" b="1" i="0" u="none" strike="noStrike" cap="none" normalizeH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rPr>
              <a:t>tate1</a:t>
            </a:r>
            <a:endParaRPr kumimoji="1" 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654783" y="2377927"/>
            <a:ext cx="1074057" cy="1074057"/>
          </a:xfrm>
          <a:prstGeom prst="ellipse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>
                <a:solidFill>
                  <a:srgbClr val="000000"/>
                </a:solidFill>
              </a:rPr>
              <a:t>State2</a:t>
            </a:r>
            <a:endParaRPr kumimoji="1" 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16" name="Straight Connector 15"/>
          <p:cNvCxnSpPr>
            <a:endCxn id="11" idx="2"/>
          </p:cNvCxnSpPr>
          <p:nvPr/>
        </p:nvCxnSpPr>
        <p:spPr bwMode="auto">
          <a:xfrm flipV="1">
            <a:off x="2670629" y="2914956"/>
            <a:ext cx="3984154" cy="36280"/>
          </a:xfrm>
          <a:prstGeom prst="line">
            <a:avLst/>
          </a:prstGeom>
          <a:solidFill>
            <a:srgbClr val="FFCC99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439871" y="2530325"/>
            <a:ext cx="2531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i="0"/>
              <a:t>Input(s) / Action(s), Output(s</a:t>
            </a:r>
            <a:r>
              <a:rPr kumimoji="1" lang="en-US" sz="1400" b="1" i="0">
                <a:solidFill>
                  <a:srgbClr val="C00000"/>
                </a:solidFill>
              </a:rPr>
              <a:t>) </a:t>
            </a:r>
          </a:p>
        </p:txBody>
      </p:sp>
      <p:sp>
        <p:nvSpPr>
          <p:cNvPr id="19" name="Line Callout 1 (Accent Bar) 18"/>
          <p:cNvSpPr/>
          <p:nvPr/>
        </p:nvSpPr>
        <p:spPr bwMode="auto">
          <a:xfrm>
            <a:off x="2627077" y="4823596"/>
            <a:ext cx="1233714" cy="275770"/>
          </a:xfrm>
          <a:prstGeom prst="accentCallout1">
            <a:avLst>
              <a:gd name="adj1" fmla="val 59466"/>
              <a:gd name="adj2" fmla="val 91870"/>
              <a:gd name="adj3" fmla="val -162972"/>
              <a:gd name="adj4" fmla="val 116566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Transition</a:t>
            </a:r>
          </a:p>
        </p:txBody>
      </p:sp>
      <p:sp>
        <p:nvSpPr>
          <p:cNvPr id="27" name="Freeform 26"/>
          <p:cNvSpPr/>
          <p:nvPr/>
        </p:nvSpPr>
        <p:spPr bwMode="auto">
          <a:xfrm>
            <a:off x="5929089" y="4816327"/>
            <a:ext cx="791029" cy="887791"/>
          </a:xfrm>
          <a:custGeom>
            <a:avLst/>
            <a:gdLst>
              <a:gd name="connsiteX0" fmla="*/ 791029 w 791029"/>
              <a:gd name="connsiteY0" fmla="*/ 224972 h 887791"/>
              <a:gd name="connsiteX1" fmla="*/ 645886 w 791029"/>
              <a:gd name="connsiteY1" fmla="*/ 50800 h 887791"/>
              <a:gd name="connsiteX2" fmla="*/ 399143 w 791029"/>
              <a:gd name="connsiteY2" fmla="*/ 7257 h 887791"/>
              <a:gd name="connsiteX3" fmla="*/ 152400 w 791029"/>
              <a:gd name="connsiteY3" fmla="*/ 94343 h 887791"/>
              <a:gd name="connsiteX4" fmla="*/ 36286 w 791029"/>
              <a:gd name="connsiteY4" fmla="*/ 268514 h 887791"/>
              <a:gd name="connsiteX5" fmla="*/ 7257 w 791029"/>
              <a:gd name="connsiteY5" fmla="*/ 486229 h 887791"/>
              <a:gd name="connsiteX6" fmla="*/ 79829 w 791029"/>
              <a:gd name="connsiteY6" fmla="*/ 718457 h 887791"/>
              <a:gd name="connsiteX7" fmla="*/ 283029 w 791029"/>
              <a:gd name="connsiteY7" fmla="*/ 863600 h 887791"/>
              <a:gd name="connsiteX8" fmla="*/ 602343 w 791029"/>
              <a:gd name="connsiteY8" fmla="*/ 863600 h 887791"/>
              <a:gd name="connsiteX9" fmla="*/ 689429 w 791029"/>
              <a:gd name="connsiteY9" fmla="*/ 791029 h 887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1029" h="887791">
                <a:moveTo>
                  <a:pt x="791029" y="224972"/>
                </a:moveTo>
                <a:cubicBezTo>
                  <a:pt x="751114" y="156029"/>
                  <a:pt x="711200" y="87086"/>
                  <a:pt x="645886" y="50800"/>
                </a:cubicBezTo>
                <a:cubicBezTo>
                  <a:pt x="580572" y="14514"/>
                  <a:pt x="481391" y="0"/>
                  <a:pt x="399143" y="7257"/>
                </a:cubicBezTo>
                <a:cubicBezTo>
                  <a:pt x="316895" y="14514"/>
                  <a:pt x="212876" y="50800"/>
                  <a:pt x="152400" y="94343"/>
                </a:cubicBezTo>
                <a:cubicBezTo>
                  <a:pt x="91924" y="137886"/>
                  <a:pt x="60476" y="203200"/>
                  <a:pt x="36286" y="268514"/>
                </a:cubicBezTo>
                <a:cubicBezTo>
                  <a:pt x="12096" y="333828"/>
                  <a:pt x="0" y="411239"/>
                  <a:pt x="7257" y="486229"/>
                </a:cubicBezTo>
                <a:cubicBezTo>
                  <a:pt x="14514" y="561219"/>
                  <a:pt x="33867" y="655562"/>
                  <a:pt x="79829" y="718457"/>
                </a:cubicBezTo>
                <a:cubicBezTo>
                  <a:pt x="125791" y="781352"/>
                  <a:pt x="195943" y="839410"/>
                  <a:pt x="283029" y="863600"/>
                </a:cubicBezTo>
                <a:cubicBezTo>
                  <a:pt x="370115" y="887791"/>
                  <a:pt x="534610" y="875695"/>
                  <a:pt x="602343" y="863600"/>
                </a:cubicBezTo>
                <a:cubicBezTo>
                  <a:pt x="670076" y="851505"/>
                  <a:pt x="679752" y="821267"/>
                  <a:pt x="689429" y="791029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8" name="Line Callout 1 (Accent Bar) 57"/>
          <p:cNvSpPr/>
          <p:nvPr/>
        </p:nvSpPr>
        <p:spPr bwMode="auto">
          <a:xfrm>
            <a:off x="355594" y="3853557"/>
            <a:ext cx="1233714" cy="275770"/>
          </a:xfrm>
          <a:prstGeom prst="accentCallout1">
            <a:avLst>
              <a:gd name="adj1" fmla="val 59466"/>
              <a:gd name="adj2" fmla="val 91870"/>
              <a:gd name="adj3" fmla="val -162972"/>
              <a:gd name="adj4" fmla="val 116566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State</a:t>
            </a:r>
          </a:p>
        </p:txBody>
      </p:sp>
      <p:sp>
        <p:nvSpPr>
          <p:cNvPr id="61" name="Freeform 60"/>
          <p:cNvSpPr/>
          <p:nvPr/>
        </p:nvSpPr>
        <p:spPr bwMode="auto">
          <a:xfrm>
            <a:off x="2525486" y="3401179"/>
            <a:ext cx="4281714" cy="788610"/>
          </a:xfrm>
          <a:custGeom>
            <a:avLst/>
            <a:gdLst>
              <a:gd name="connsiteX0" fmla="*/ 4281714 w 4281714"/>
              <a:gd name="connsiteY0" fmla="*/ 0 h 788610"/>
              <a:gd name="connsiteX1" fmla="*/ 2148114 w 4281714"/>
              <a:gd name="connsiteY1" fmla="*/ 769257 h 788610"/>
              <a:gd name="connsiteX2" fmla="*/ 0 w 4281714"/>
              <a:gd name="connsiteY2" fmla="*/ 116115 h 78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1714" h="788610">
                <a:moveTo>
                  <a:pt x="4281714" y="0"/>
                </a:moveTo>
                <a:cubicBezTo>
                  <a:pt x="3571723" y="374952"/>
                  <a:pt x="2861733" y="749904"/>
                  <a:pt x="2148114" y="769257"/>
                </a:cubicBezTo>
                <a:cubicBezTo>
                  <a:pt x="1434495" y="788610"/>
                  <a:pt x="717247" y="452362"/>
                  <a:pt x="0" y="116115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Line Callout 1 (Accent Bar) 61"/>
          <p:cNvSpPr/>
          <p:nvPr/>
        </p:nvSpPr>
        <p:spPr bwMode="auto">
          <a:xfrm>
            <a:off x="1001486" y="1659465"/>
            <a:ext cx="2264222" cy="406413"/>
          </a:xfrm>
          <a:prstGeom prst="accentCallout1">
            <a:avLst>
              <a:gd name="adj1" fmla="val 56108"/>
              <a:gd name="adj2" fmla="val 95487"/>
              <a:gd name="adj3" fmla="val 206392"/>
              <a:gd name="adj4" fmla="val 117554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Input (external, internal)</a:t>
            </a:r>
          </a:p>
        </p:txBody>
      </p:sp>
      <p:sp>
        <p:nvSpPr>
          <p:cNvPr id="63" name="Line Callout 1 (Accent Bar) 62"/>
          <p:cNvSpPr/>
          <p:nvPr/>
        </p:nvSpPr>
        <p:spPr bwMode="auto">
          <a:xfrm>
            <a:off x="5987137" y="1550608"/>
            <a:ext cx="2808519" cy="406413"/>
          </a:xfrm>
          <a:prstGeom prst="accentCallout1">
            <a:avLst>
              <a:gd name="adj1" fmla="val 48379"/>
              <a:gd name="adj2" fmla="val 6113"/>
              <a:gd name="adj3" fmla="val 234962"/>
              <a:gd name="adj4" fmla="val -29415"/>
            </a:avLst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>
                <a:solidFill>
                  <a:srgbClr val="C00000"/>
                </a:solidFill>
              </a:rPr>
              <a:t>Actions</a:t>
            </a:r>
            <a:r>
              <a:rPr kumimoji="1" lang="en-US" sz="1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 (external, internal)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6691068" y="4751013"/>
            <a:ext cx="1074057" cy="1074057"/>
          </a:xfrm>
          <a:prstGeom prst="ellipse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>
                <a:solidFill>
                  <a:srgbClr val="000000"/>
                </a:solidFill>
              </a:rPr>
              <a:t>State3</a:t>
            </a:r>
            <a:endParaRPr kumimoji="1" 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8" name="Freeform 17"/>
          <p:cNvSpPr/>
          <p:nvPr/>
        </p:nvSpPr>
        <p:spPr bwMode="auto">
          <a:xfrm rot="16371856">
            <a:off x="7213599" y="3713236"/>
            <a:ext cx="1618343" cy="788610"/>
          </a:xfrm>
          <a:custGeom>
            <a:avLst/>
            <a:gdLst>
              <a:gd name="connsiteX0" fmla="*/ 4281714 w 4281714"/>
              <a:gd name="connsiteY0" fmla="*/ 0 h 788610"/>
              <a:gd name="connsiteX1" fmla="*/ 2148114 w 4281714"/>
              <a:gd name="connsiteY1" fmla="*/ 769257 h 788610"/>
              <a:gd name="connsiteX2" fmla="*/ 0 w 4281714"/>
              <a:gd name="connsiteY2" fmla="*/ 116115 h 78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1714" h="788610">
                <a:moveTo>
                  <a:pt x="4281714" y="0"/>
                </a:moveTo>
                <a:cubicBezTo>
                  <a:pt x="3571723" y="374952"/>
                  <a:pt x="2861733" y="749904"/>
                  <a:pt x="2148114" y="769257"/>
                </a:cubicBezTo>
                <a:cubicBezTo>
                  <a:pt x="1434495" y="788610"/>
                  <a:pt x="717247" y="452362"/>
                  <a:pt x="0" y="116115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 bwMode="auto">
          <a:xfrm>
            <a:off x="812803" y="2588384"/>
            <a:ext cx="791029" cy="887791"/>
          </a:xfrm>
          <a:custGeom>
            <a:avLst/>
            <a:gdLst>
              <a:gd name="connsiteX0" fmla="*/ 791029 w 791029"/>
              <a:gd name="connsiteY0" fmla="*/ 224972 h 887791"/>
              <a:gd name="connsiteX1" fmla="*/ 645886 w 791029"/>
              <a:gd name="connsiteY1" fmla="*/ 50800 h 887791"/>
              <a:gd name="connsiteX2" fmla="*/ 399143 w 791029"/>
              <a:gd name="connsiteY2" fmla="*/ 7257 h 887791"/>
              <a:gd name="connsiteX3" fmla="*/ 152400 w 791029"/>
              <a:gd name="connsiteY3" fmla="*/ 94343 h 887791"/>
              <a:gd name="connsiteX4" fmla="*/ 36286 w 791029"/>
              <a:gd name="connsiteY4" fmla="*/ 268514 h 887791"/>
              <a:gd name="connsiteX5" fmla="*/ 7257 w 791029"/>
              <a:gd name="connsiteY5" fmla="*/ 486229 h 887791"/>
              <a:gd name="connsiteX6" fmla="*/ 79829 w 791029"/>
              <a:gd name="connsiteY6" fmla="*/ 718457 h 887791"/>
              <a:gd name="connsiteX7" fmla="*/ 283029 w 791029"/>
              <a:gd name="connsiteY7" fmla="*/ 863600 h 887791"/>
              <a:gd name="connsiteX8" fmla="*/ 602343 w 791029"/>
              <a:gd name="connsiteY8" fmla="*/ 863600 h 887791"/>
              <a:gd name="connsiteX9" fmla="*/ 689429 w 791029"/>
              <a:gd name="connsiteY9" fmla="*/ 791029 h 887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1029" h="887791">
                <a:moveTo>
                  <a:pt x="791029" y="224972"/>
                </a:moveTo>
                <a:cubicBezTo>
                  <a:pt x="751114" y="156029"/>
                  <a:pt x="711200" y="87086"/>
                  <a:pt x="645886" y="50800"/>
                </a:cubicBezTo>
                <a:cubicBezTo>
                  <a:pt x="580572" y="14514"/>
                  <a:pt x="481391" y="0"/>
                  <a:pt x="399143" y="7257"/>
                </a:cubicBezTo>
                <a:cubicBezTo>
                  <a:pt x="316895" y="14514"/>
                  <a:pt x="212876" y="50800"/>
                  <a:pt x="152400" y="94343"/>
                </a:cubicBezTo>
                <a:cubicBezTo>
                  <a:pt x="91924" y="137886"/>
                  <a:pt x="60476" y="203200"/>
                  <a:pt x="36286" y="268514"/>
                </a:cubicBezTo>
                <a:cubicBezTo>
                  <a:pt x="12096" y="333828"/>
                  <a:pt x="0" y="411239"/>
                  <a:pt x="7257" y="486229"/>
                </a:cubicBezTo>
                <a:cubicBezTo>
                  <a:pt x="14514" y="561219"/>
                  <a:pt x="33867" y="655562"/>
                  <a:pt x="79829" y="718457"/>
                </a:cubicBezTo>
                <a:cubicBezTo>
                  <a:pt x="125791" y="781352"/>
                  <a:pt x="195943" y="839410"/>
                  <a:pt x="283029" y="863600"/>
                </a:cubicBezTo>
                <a:cubicBezTo>
                  <a:pt x="370115" y="887791"/>
                  <a:pt x="534610" y="875695"/>
                  <a:pt x="602343" y="863600"/>
                </a:cubicBezTo>
                <a:cubicBezTo>
                  <a:pt x="670076" y="851505"/>
                  <a:pt x="679752" y="821267"/>
                  <a:pt x="689429" y="791029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2" name="Freeform 21"/>
          <p:cNvSpPr/>
          <p:nvPr/>
        </p:nvSpPr>
        <p:spPr bwMode="auto">
          <a:xfrm rot="5900932">
            <a:off x="6216548" y="3793650"/>
            <a:ext cx="1225246" cy="626618"/>
          </a:xfrm>
          <a:custGeom>
            <a:avLst/>
            <a:gdLst>
              <a:gd name="connsiteX0" fmla="*/ 4281714 w 4281714"/>
              <a:gd name="connsiteY0" fmla="*/ 0 h 788610"/>
              <a:gd name="connsiteX1" fmla="*/ 2148114 w 4281714"/>
              <a:gd name="connsiteY1" fmla="*/ 769257 h 788610"/>
              <a:gd name="connsiteX2" fmla="*/ 0 w 4281714"/>
              <a:gd name="connsiteY2" fmla="*/ 116115 h 78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1714" h="788610">
                <a:moveTo>
                  <a:pt x="4281714" y="0"/>
                </a:moveTo>
                <a:cubicBezTo>
                  <a:pt x="3571723" y="374952"/>
                  <a:pt x="2861733" y="749904"/>
                  <a:pt x="2148114" y="769257"/>
                </a:cubicBezTo>
                <a:cubicBezTo>
                  <a:pt x="1434495" y="788610"/>
                  <a:pt x="717247" y="452362"/>
                  <a:pt x="0" y="116115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Transition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</p:spPr>
        <p:txBody>
          <a:bodyPr/>
          <a:lstStyle/>
          <a:p>
            <a:pPr marL="0" indent="0"/>
            <a:r>
              <a:rPr lang="en-US" sz="2400" dirty="0">
                <a:solidFill>
                  <a:schemeClr val="tx1"/>
                </a:solidFill>
              </a:rPr>
              <a:t> A technique used to test State Machines </a:t>
            </a:r>
          </a:p>
          <a:p>
            <a:pPr marL="0" indent="0"/>
            <a:r>
              <a:rPr lang="en-US" sz="2400" dirty="0">
                <a:solidFill>
                  <a:schemeClr val="tx1"/>
                </a:solidFill>
              </a:rPr>
              <a:t> Test cases are created to cover </a:t>
            </a:r>
          </a:p>
          <a:p>
            <a:pPr marL="400050" lvl="1" indent="0"/>
            <a:r>
              <a:rPr lang="en-US" sz="2000" dirty="0"/>
              <a:t> States</a:t>
            </a:r>
          </a:p>
          <a:p>
            <a:pPr marL="400050" lvl="1" indent="0"/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/>
              <a:t>Transitions </a:t>
            </a:r>
          </a:p>
          <a:p>
            <a:pPr marL="231775" indent="-231775"/>
            <a:r>
              <a:rPr lang="en-US" sz="2400" dirty="0">
                <a:solidFill>
                  <a:schemeClr val="tx1"/>
                </a:solidFill>
              </a:rPr>
              <a:t>Graph theory math applies. For example:</a:t>
            </a:r>
          </a:p>
          <a:p>
            <a:pPr marL="231775" indent="-231775"/>
            <a:r>
              <a:rPr lang="en-US" sz="2400" dirty="0">
                <a:solidFill>
                  <a:schemeClr val="tx1"/>
                </a:solidFill>
              </a:rPr>
              <a:t>Uses “Adjacency Matrix” to identify all possible state-transition combinations</a:t>
            </a:r>
          </a:p>
          <a:p>
            <a:pPr marL="631825" lvl="1" indent="-231775"/>
            <a:r>
              <a:rPr lang="en-US" sz="2000" dirty="0"/>
              <a:t>Can discover combinations that were not identified, documented, or dealt with in the requirements.</a:t>
            </a:r>
          </a:p>
          <a:p>
            <a:pPr marL="231775" indent="-231775"/>
            <a:r>
              <a:rPr lang="en-US" sz="2400" dirty="0">
                <a:solidFill>
                  <a:schemeClr val="tx1"/>
                </a:solidFill>
              </a:rPr>
              <a:t>Coverage goal can be 1-step transition (AKA “0-switch coverage”), 2-step transition (“1-switch coverage”), etc. 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832E5-1C68-445F-00C0-B6549F7F4D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34</a:t>
            </a:fld>
            <a:endParaRPr lang="en-IL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9356" y="1371600"/>
            <a:ext cx="592064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State Transition Testing example – traffic light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CF58BA-48DC-65B7-2275-DBCBF27CBE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35</a:t>
            </a:fld>
            <a:endParaRPr lang="en-IL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State Transition Testing example – traffic light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0E4CF-F454-2105-3E64-B193DE69D7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36</a:t>
            </a:fld>
            <a:endParaRPr lang="en-I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1152525"/>
            <a:ext cx="6696075" cy="455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3550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304800"/>
            <a:ext cx="15788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800" dirty="0"/>
              <a:t>State Transition Testing example – traffic light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B6F932-CAC4-85A6-7C4B-ADACFBB040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37</a:t>
            </a:fld>
            <a:endParaRPr lang="en-IL"/>
          </a:p>
        </p:txBody>
      </p:sp>
      <p:sp>
        <p:nvSpPr>
          <p:cNvPr id="11" name="TextBox 10"/>
          <p:cNvSpPr txBox="1"/>
          <p:nvPr/>
        </p:nvSpPr>
        <p:spPr>
          <a:xfrm>
            <a:off x="685800" y="1295400"/>
            <a:ext cx="3315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0">
                <a:solidFill>
                  <a:srgbClr val="C00000"/>
                </a:solidFill>
              </a:rPr>
              <a:t>Adjacency Matrix  [A]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379811"/>
              </p:ext>
            </p:extLst>
          </p:nvPr>
        </p:nvGraphicFramePr>
        <p:xfrm>
          <a:off x="850989" y="1892241"/>
          <a:ext cx="6934199" cy="2480220"/>
        </p:xfrm>
        <a:graphic>
          <a:graphicData uri="http://schemas.openxmlformats.org/drawingml/2006/table">
            <a:tbl>
              <a:tblPr/>
              <a:tblGrid>
                <a:gridCol w="2110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5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5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261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New State 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Symbol"/>
                        </a:rPr>
                        <a:t>®</a:t>
                      </a:r>
                      <a:b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Current  State</a:t>
                      </a:r>
                      <a:b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    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Symbol"/>
                        </a:rPr>
                        <a:t>¯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70" marR="6970" marT="6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Y2R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36000">
                          <a:srgbClr val="FFFF00"/>
                        </a:gs>
                        <a:gs pos="30000">
                          <a:srgbClr val="FFFF00"/>
                        </a:gs>
                        <a:gs pos="49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FFF00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100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3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000" b="1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Y2R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7000">
                          <a:srgbClr val="FFFF00"/>
                        </a:gs>
                        <a:gs pos="30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FF00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0" scaled="0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4483" y="4800600"/>
            <a:ext cx="7147213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i="0" dirty="0">
                <a:latin typeface="Calibri" pitchFamily="34" charset="0"/>
                <a:cs typeface="Calibri" pitchFamily="34" charset="0"/>
              </a:rPr>
              <a:t>Sum of the cell values: 16</a:t>
            </a:r>
          </a:p>
          <a:p>
            <a:r>
              <a:rPr lang="en-US" sz="2400" i="0" dirty="0">
                <a:latin typeface="Calibri" pitchFamily="34" charset="0"/>
                <a:cs typeface="Calibri" pitchFamily="34" charset="0"/>
              </a:rPr>
              <a:t> =&gt; Maximum 16 tests to cover all 1-step transitions</a:t>
            </a:r>
            <a:r>
              <a:rPr lang="en-US" sz="2400" b="1" i="0" dirty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400" i="0" dirty="0">
                <a:latin typeface="Calibri" pitchFamily="34" charset="0"/>
                <a:cs typeface="Calibri" pitchFamily="34" charset="0"/>
              </a:rPr>
              <a:t>[A]</a:t>
            </a:r>
            <a:r>
              <a:rPr lang="en-US" sz="2400" i="0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i="0" dirty="0">
                <a:latin typeface="Calibri" pitchFamily="34" charset="0"/>
                <a:cs typeface="Calibri" pitchFamily="34" charset="0"/>
              </a:rPr>
              <a:t> = number of all 2-step transitions (=58).   [A]</a:t>
            </a:r>
            <a:r>
              <a:rPr lang="en-US" sz="2400" i="0" baseline="30000" dirty="0">
                <a:latin typeface="Calibri" pitchFamily="34" charset="0"/>
                <a:cs typeface="Calibri" pitchFamily="34" charset="0"/>
              </a:rPr>
              <a:t>3</a:t>
            </a:r>
            <a:r>
              <a:rPr lang="en-US" sz="2400" i="0" dirty="0">
                <a:latin typeface="Calibri" pitchFamily="34" charset="0"/>
                <a:cs typeface="Calibri" pitchFamily="34" charset="0"/>
              </a:rPr>
              <a:t> … etc.</a:t>
            </a:r>
            <a:endParaRPr lang="en-US" sz="2400" b="1" i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2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304800"/>
            <a:ext cx="15788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E73DA3-5369-774D-5ABA-9EC260F8B1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38</a:t>
            </a:fld>
            <a:endParaRPr lang="en-IL"/>
          </a:p>
        </p:txBody>
      </p:sp>
      <p:sp>
        <p:nvSpPr>
          <p:cNvPr id="7" name="TextBox 6"/>
          <p:cNvSpPr txBox="1"/>
          <p:nvPr/>
        </p:nvSpPr>
        <p:spPr>
          <a:xfrm>
            <a:off x="381000" y="1219200"/>
            <a:ext cx="3289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0">
                <a:solidFill>
                  <a:srgbClr val="C00000"/>
                </a:solidFill>
              </a:rPr>
              <a:t>State transition 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607995"/>
              </p:ext>
            </p:extLst>
          </p:nvPr>
        </p:nvGraphicFramePr>
        <p:xfrm>
          <a:off x="457198" y="1847550"/>
          <a:ext cx="8229602" cy="3882300"/>
        </p:xfrm>
        <a:graphic>
          <a:graphicData uri="http://schemas.openxmlformats.org/drawingml/2006/table">
            <a:tbl>
              <a:tblPr/>
              <a:tblGrid>
                <a:gridCol w="1219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196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New State 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Symbol"/>
                        </a:rPr>
                        <a:t>®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Current  State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    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Symbol"/>
                        </a:rPr>
                        <a:t>¯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70" marR="6970" marT="6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Y2R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36000">
                          <a:srgbClr val="FFFF00"/>
                        </a:gs>
                        <a:gs pos="30000">
                          <a:srgbClr val="FFFF00"/>
                        </a:gs>
                        <a:gs pos="49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FFF00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Timeout / Yellow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Broken | 12am / </a:t>
                      </a:r>
                    </a:p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OFF</a:t>
                      </a:r>
                    </a:p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Flashing Yellow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100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 Timeout / </a:t>
                      </a:r>
                    </a:p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&amp; Yellow OFF, Green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Broken | 12am / </a:t>
                      </a:r>
                    </a:p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Flashing Yellow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Green Timeout / Green OFF; Yellow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Broken | 12am / </a:t>
                      </a:r>
                    </a:p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Green OFF</a:t>
                      </a:r>
                    </a:p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Flashing Yellow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8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Y2R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7000">
                          <a:srgbClr val="FFFF00"/>
                        </a:gs>
                        <a:gs pos="30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Y2R Timeout / Yellow OFF</a:t>
                      </a:r>
                    </a:p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Broken | 12am / </a:t>
                      </a:r>
                    </a:p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Flashing Yellow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FF00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0" scaled="0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Fixed | 6am / Yellow OFF</a:t>
                      </a:r>
                    </a:p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ON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Broken | 12am / </a:t>
                      </a:r>
                    </a:p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Flashing Yellow ON</a:t>
                      </a:r>
                    </a:p>
                    <a:p>
                      <a:pPr algn="ctr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616E6344-1D01-8FD5-F6DA-38E3C07A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noFill/>
        </p:spPr>
        <p:txBody>
          <a:bodyPr/>
          <a:lstStyle/>
          <a:p>
            <a:r>
              <a:rPr lang="en-US" sz="2800" dirty="0"/>
              <a:t>State Transition Testing example – traffic light</a:t>
            </a:r>
          </a:p>
        </p:txBody>
      </p:sp>
    </p:spTree>
    <p:extLst>
      <p:ext uri="{BB962C8B-B14F-4D97-AF65-F5344CB8AC3E}">
        <p14:creationId xmlns:p14="http://schemas.microsoft.com/office/powerpoint/2010/main" val="4152657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4DAD0-6FF8-2794-7988-D8BA67A115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39</a:t>
            </a:fld>
            <a:endParaRPr lang="en-IL"/>
          </a:p>
        </p:txBody>
      </p:sp>
      <p:sp>
        <p:nvSpPr>
          <p:cNvPr id="11" name="TextBox 10"/>
          <p:cNvSpPr txBox="1"/>
          <p:nvPr/>
        </p:nvSpPr>
        <p:spPr>
          <a:xfrm>
            <a:off x="431979" y="1295400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>
                <a:solidFill>
                  <a:srgbClr val="C00000"/>
                </a:solidFill>
              </a:rPr>
              <a:t>Adjacency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657600"/>
            <a:ext cx="251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>
                <a:solidFill>
                  <a:srgbClr val="C00000"/>
                </a:solidFill>
              </a:rPr>
              <a:t>State transition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939" y="3048000"/>
            <a:ext cx="376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0" dirty="0">
                <a:latin typeface="Calibri" pitchFamily="34" charset="0"/>
                <a:cs typeface="Calibri" pitchFamily="34" charset="0"/>
              </a:rPr>
              <a:t>Note: </a:t>
            </a:r>
            <a:r>
              <a:rPr lang="en-US" sz="1200" i="0" dirty="0">
                <a:latin typeface="Calibri" pitchFamily="34" charset="0"/>
                <a:cs typeface="Calibri" pitchFamily="34" charset="0"/>
              </a:rPr>
              <a:t>16 tests to cover all 1-step paths ( = sum of cells) </a:t>
            </a:r>
            <a:r>
              <a:rPr lang="en-US" sz="1200" b="1" i="0" dirty="0">
                <a:latin typeface="Calibri" pitchFamily="34" charset="0"/>
                <a:cs typeface="Calibri" pitchFamily="34" charset="0"/>
              </a:rPr>
              <a:t> </a:t>
            </a:r>
            <a:endParaRPr lang="en-US" sz="1200" i="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702948"/>
              </p:ext>
            </p:extLst>
          </p:nvPr>
        </p:nvGraphicFramePr>
        <p:xfrm>
          <a:off x="4572000" y="2038067"/>
          <a:ext cx="4495802" cy="3392567"/>
        </p:xfrm>
        <a:graphic>
          <a:graphicData uri="http://schemas.openxmlformats.org/drawingml/2006/table">
            <a:tbl>
              <a:tblPr/>
              <a:tblGrid>
                <a:gridCol w="371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2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16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Start state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Timeout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Calibri"/>
                        </a:rPr>
                        <a:t> &amp;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turns on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Broken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turns off; 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Time = 12am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turns off; 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0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 Timeout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&amp; Yellow turns off; Green turns 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Broken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turns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Calibri"/>
                        </a:rPr>
                        <a:t> off;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Time = 12am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turns off; 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Green Timeout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Green turns off; Yellow turns 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Broken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Green turns off; 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Time = 12am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Green turns off; 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Y2R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3000">
                          <a:srgbClr val="FFFF00"/>
                        </a:gs>
                        <a:gs pos="30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Y2R Timeout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turns off; Red turns 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Y2R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3000">
                          <a:srgbClr val="FFFF00"/>
                        </a:gs>
                        <a:gs pos="30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Broken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3000">
                          <a:srgbClr val="FFFF00"/>
                        </a:gs>
                        <a:gs pos="30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Time = 12am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is flashing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turns off; Red turns 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Time = 6am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turns off; Red turns 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6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Broken before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Calibri"/>
                        </a:rPr>
                        <a:t> 6am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Yellow flashing (even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Calibri"/>
                        </a:rPr>
                        <a:t> after 6am)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Time = 12am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Yellow flashing (even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after fixed)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1676400"/>
          <a:ext cx="3886200" cy="1321980"/>
        </p:xfrm>
        <a:graphic>
          <a:graphicData uri="http://schemas.openxmlformats.org/drawingml/2006/table">
            <a:tbl>
              <a:tblPr/>
              <a:tblGrid>
                <a:gridCol w="1182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1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1033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New State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Symbol"/>
                        </a:rPr>
                        <a:t>®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Current  State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   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Symbol"/>
                        </a:rPr>
                        <a:t>¯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70" marR="6970" marT="6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Y2R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36000">
                          <a:srgbClr val="FFFF00"/>
                        </a:gs>
                        <a:gs pos="30000">
                          <a:srgbClr val="FFFF00"/>
                        </a:gs>
                        <a:gs pos="49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6970" marR="6970" marT="6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FFF00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Y2G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1000">
                          <a:srgbClr val="FFFF00"/>
                        </a:gs>
                        <a:gs pos="50000">
                          <a:srgbClr val="9CB86E"/>
                        </a:gs>
                        <a:gs pos="100000">
                          <a:srgbClr val="156B13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8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1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Y2R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27000">
                          <a:srgbClr val="FFFF00"/>
                        </a:gs>
                        <a:gs pos="30000">
                          <a:srgbClr val="FFFF00"/>
                        </a:gs>
                        <a:gs pos="30000">
                          <a:srgbClr val="66008F"/>
                        </a:gs>
                        <a:gs pos="64999">
                          <a:srgbClr val="BA0066"/>
                        </a:gs>
                        <a:gs pos="89999">
                          <a:srgbClr val="FF0000"/>
                        </a:gs>
                        <a:gs pos="100000">
                          <a:srgbClr val="FF82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7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YOnOff</a:t>
                      </a:r>
                    </a:p>
                  </a:txBody>
                  <a:tcPr marL="6970" marR="6970" marT="6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FF00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0" scaled="0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970" marR="6970" marT="6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457200"/>
            <a:ext cx="1467827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4509895" y="1565838"/>
            <a:ext cx="3232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C00000"/>
                </a:solidFill>
              </a:rPr>
              <a:t>Tests (all 1-step transitions)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39" y="4068454"/>
            <a:ext cx="3889333" cy="1855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B087294-C851-0BBA-97E1-692020740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noFill/>
        </p:spPr>
        <p:txBody>
          <a:bodyPr/>
          <a:lstStyle/>
          <a:p>
            <a:r>
              <a:rPr lang="en-US" sz="2800" dirty="0"/>
              <a:t>State Transition Testing example – traffic light</a:t>
            </a:r>
          </a:p>
        </p:txBody>
      </p:sp>
    </p:spTree>
    <p:extLst>
      <p:ext uri="{BB962C8B-B14F-4D97-AF65-F5344CB8AC3E}">
        <p14:creationId xmlns:p14="http://schemas.microsoft.com/office/powerpoint/2010/main" val="3277741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Transition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</p:spPr>
        <p:txBody>
          <a:bodyPr/>
          <a:lstStyle/>
          <a:p>
            <a:pPr marL="171450" indent="-171450"/>
            <a:r>
              <a:rPr lang="en-US" sz="2400" dirty="0">
                <a:solidFill>
                  <a:schemeClr val="tx1"/>
                </a:solidFill>
              </a:rPr>
              <a:t>Minimum coverage goal: </a:t>
            </a:r>
          </a:p>
          <a:p>
            <a:pPr marL="571500" lvl="1" indent="-171450"/>
            <a:r>
              <a:rPr lang="en-US" sz="2000" dirty="0"/>
              <a:t>All states</a:t>
            </a:r>
          </a:p>
          <a:p>
            <a:pPr marL="571500" lvl="1" indent="-171450"/>
            <a:r>
              <a:rPr lang="en-US" sz="2000" dirty="0"/>
              <a:t>All transitions</a:t>
            </a:r>
          </a:p>
          <a:p>
            <a:pPr marL="571500" lvl="1" indent="-171450"/>
            <a:r>
              <a:rPr lang="en-US" sz="2000" dirty="0"/>
              <a:t>All inputs</a:t>
            </a:r>
          </a:p>
          <a:p>
            <a:pPr marL="571500" lvl="1" indent="-171450"/>
            <a:r>
              <a:rPr lang="en-US" sz="2000" dirty="0"/>
              <a:t>All 1-step transition (“0-switch coverage”)</a:t>
            </a:r>
          </a:p>
          <a:p>
            <a:pPr marL="171450" indent="-171450"/>
            <a:r>
              <a:rPr lang="en-US" sz="2400" dirty="0">
                <a:solidFill>
                  <a:schemeClr val="tx1"/>
                </a:solidFill>
              </a:rPr>
              <a:t>Number of tests increase exponentially when going to 2-step, 3-step etc.</a:t>
            </a:r>
          </a:p>
          <a:p>
            <a:pPr marL="571500" lvl="1" indent="-171450"/>
            <a:r>
              <a:rPr lang="en-US" sz="2000" dirty="0"/>
              <a:t>Apply system knowledge to select specific n-step paths</a:t>
            </a:r>
          </a:p>
          <a:p>
            <a:pPr marL="571500" lvl="1" indent="-171450"/>
            <a:r>
              <a:rPr lang="en-US" dirty="0"/>
              <a:t> </a:t>
            </a:r>
            <a:r>
              <a:rPr lang="en-US" sz="2000" dirty="0"/>
              <a:t>In our example: </a:t>
            </a:r>
          </a:p>
          <a:p>
            <a:pPr marL="971550" lvl="2" indent="-171450"/>
            <a:r>
              <a:rPr lang="en-US" sz="1800" dirty="0"/>
              <a:t>12am –&gt; 6am 2-path is an interesting path (will it indeed return always to Red? Perhaps it remember where it was at 12am?)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2157-57E6-1837-6729-5A2192C1AD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40</a:t>
            </a:fld>
            <a:endParaRPr lang="en-IL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Testability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6789496" cy="5029710"/>
          </a:xfrm>
          <a:solidFill>
            <a:schemeClr val="bg1"/>
          </a:solidFill>
        </p:spPr>
        <p:txBody>
          <a:bodyPr/>
          <a:lstStyle/>
          <a:p>
            <a:pPr marL="171450" indent="-171450"/>
            <a:r>
              <a:rPr lang="en-US" sz="2400" dirty="0">
                <a:solidFill>
                  <a:schemeClr val="tx1"/>
                </a:solidFill>
              </a:rPr>
              <a:t>How much time does it take to test this path?</a:t>
            </a:r>
            <a:endParaRPr lang="en-US" sz="1800" dirty="0"/>
          </a:p>
          <a:p>
            <a:pPr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637C8-AE72-00D5-7807-BD231214C6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41</a:t>
            </a:fld>
            <a:endParaRPr lang="en-IL"/>
          </a:p>
        </p:txBody>
      </p:sp>
      <p:pic>
        <p:nvPicPr>
          <p:cNvPr id="1095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2150076"/>
            <a:ext cx="5378282" cy="3872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3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Testability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This will help:</a:t>
            </a:r>
          </a:p>
          <a:p>
            <a:pPr marL="171450" indent="-171450"/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</a:rPr>
              <a:t>setTime</a:t>
            </a:r>
            <a:r>
              <a:rPr lang="en-US" sz="2400" dirty="0">
                <a:solidFill>
                  <a:schemeClr val="tx1"/>
                </a:solidFill>
              </a:rPr>
              <a:t>(time);  </a:t>
            </a:r>
            <a:endParaRPr lang="en-US" sz="1800" dirty="0"/>
          </a:p>
          <a:p>
            <a:pPr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D68DD-0EC0-3DAC-58CC-311678010A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9E9910-1E0C-4E4F-BB94-97A99C37B229}" type="slidenum">
              <a:rPr lang="en-IL" smtClean="0"/>
              <a:t>42</a:t>
            </a:fld>
            <a:endParaRPr lang="en-IL"/>
          </a:p>
        </p:txBody>
      </p:sp>
      <p:pic>
        <p:nvPicPr>
          <p:cNvPr id="1095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002" y="777923"/>
            <a:ext cx="3218901" cy="2317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ounded Rectangle 3"/>
          <p:cNvSpPr/>
          <p:nvPr/>
        </p:nvSpPr>
        <p:spPr bwMode="auto">
          <a:xfrm>
            <a:off x="764274" y="3384645"/>
            <a:ext cx="6682731" cy="20881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400" i="0" dirty="0">
                <a:solidFill>
                  <a:srgbClr val="000000"/>
                </a:solidFill>
                <a:latin typeface="Titillium Web Light" panose="00000400000000000000" pitchFamily="2" charset="0"/>
              </a:rPr>
              <a:t>In some cases, testing without a testability hooks is </a:t>
            </a:r>
            <a:r>
              <a:rPr kumimoji="1" lang="en-US" sz="2400" i="0" dirty="0">
                <a:solidFill>
                  <a:srgbClr val="C00000"/>
                </a:solidFill>
                <a:latin typeface="Titillium Web Light" panose="00000400000000000000" pitchFamily="2" charset="0"/>
              </a:rPr>
              <a:t>infeasible</a:t>
            </a:r>
          </a:p>
          <a:p>
            <a:pPr eaLnBrk="0" hangingPunct="0"/>
            <a:r>
              <a:rPr kumimoji="1" lang="en-US" sz="2400" i="0" dirty="0">
                <a:solidFill>
                  <a:srgbClr val="000000"/>
                </a:solidFill>
                <a:latin typeface="Titillium Web Light" panose="00000400000000000000" pitchFamily="2" charset="0"/>
              </a:rPr>
              <a:t>In other cases, a proper hook can significantly </a:t>
            </a:r>
            <a:r>
              <a:rPr kumimoji="1" lang="en-US" sz="2400" i="0" dirty="0">
                <a:solidFill>
                  <a:srgbClr val="C00000"/>
                </a:solidFill>
                <a:latin typeface="Titillium Web Light" panose="00000400000000000000" pitchFamily="2" charset="0"/>
              </a:rPr>
              <a:t>simplify</a:t>
            </a:r>
            <a:r>
              <a:rPr kumimoji="1" lang="en-US" sz="2400" i="0" dirty="0">
                <a:solidFill>
                  <a:srgbClr val="000000"/>
                </a:solidFill>
                <a:latin typeface="Titillium Web Light" panose="00000400000000000000" pitchFamily="2" charset="0"/>
              </a:rPr>
              <a:t> or </a:t>
            </a:r>
            <a:r>
              <a:rPr kumimoji="1" lang="en-US" sz="2400" i="0" dirty="0">
                <a:solidFill>
                  <a:srgbClr val="C00000"/>
                </a:solidFill>
                <a:latin typeface="Titillium Web Light" panose="00000400000000000000" pitchFamily="2" charset="0"/>
              </a:rPr>
              <a:t>shorten</a:t>
            </a:r>
            <a:r>
              <a:rPr kumimoji="1" lang="en-US" sz="2400" i="0" dirty="0">
                <a:solidFill>
                  <a:srgbClr val="000000"/>
                </a:solidFill>
                <a:latin typeface="Titillium Web Light" panose="00000400000000000000" pitchFamily="2" charset="0"/>
              </a:rPr>
              <a:t> testing</a:t>
            </a:r>
          </a:p>
        </p:txBody>
      </p:sp>
    </p:spTree>
    <p:extLst>
      <p:ext uri="{BB962C8B-B14F-4D97-AF65-F5344CB8AC3E}">
        <p14:creationId xmlns:p14="http://schemas.microsoft.com/office/powerpoint/2010/main" val="19290665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>
          <a:extLst>
            <a:ext uri="{FF2B5EF4-FFF2-40B4-BE49-F238E27FC236}">
              <a16:creationId xmlns:a16="http://schemas.microsoft.com/office/drawing/2014/main" id="{FCC104F9-C028-8A61-A18A-03E2AF0C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17">
            <a:extLst>
              <a:ext uri="{FF2B5EF4-FFF2-40B4-BE49-F238E27FC236}">
                <a16:creationId xmlns:a16="http://schemas.microsoft.com/office/drawing/2014/main" id="{811C86D9-F202-3A77-DFF1-0D50C1421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59459" y="634314"/>
            <a:ext cx="3500116" cy="4654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6600" i="0" dirty="0"/>
              <a:t>Class Activity</a:t>
            </a:r>
            <a:endParaRPr sz="6600" i="0" dirty="0"/>
          </a:p>
        </p:txBody>
      </p:sp>
      <p:sp>
        <p:nvSpPr>
          <p:cNvPr id="3865" name="Google Shape;3865;p17">
            <a:extLst>
              <a:ext uri="{FF2B5EF4-FFF2-40B4-BE49-F238E27FC236}">
                <a16:creationId xmlns:a16="http://schemas.microsoft.com/office/drawing/2014/main" id="{445FF5D1-25B9-F30A-2E3D-E93EB9F117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85790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9355B-636C-D03A-B46F-1ED28CF41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E7FC-59E9-237F-3A69-EE68775A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64746-8485-E480-992D-0B7BE1464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3831949"/>
          </a:xfrm>
        </p:spPr>
        <p:txBody>
          <a:bodyPr/>
          <a:lstStyle/>
          <a:p>
            <a:pPr lvl="0"/>
            <a:r>
              <a:rPr lang="en-US" dirty="0"/>
              <a:t>Draw the state diagram for </a:t>
            </a:r>
            <a:r>
              <a:rPr lang="en-US" b="1" dirty="0" err="1"/>
              <a:t>trace_it</a:t>
            </a:r>
            <a:endParaRPr lang="en-US" b="1" dirty="0"/>
          </a:p>
          <a:p>
            <a:pPr lvl="0"/>
            <a:r>
              <a:rPr lang="en-US" dirty="0"/>
              <a:t>Load your diagram to Moodle</a:t>
            </a:r>
            <a:endParaRPr lang="en-IL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20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7E9A5-2ABC-EB90-492A-1222580CEB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4101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dirty="0"/>
              <a:t>Summary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Black box techniques</a:t>
            </a:r>
          </a:p>
          <a:p>
            <a:pPr lvl="1"/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Equivalence Class</a:t>
            </a:r>
          </a:p>
          <a:p>
            <a:pPr lvl="1"/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Boundary Values</a:t>
            </a:r>
          </a:p>
          <a:p>
            <a:pPr lvl="1"/>
            <a:r>
              <a:rPr lang="en-US" sz="1800" dirty="0"/>
              <a:t>Decision Table</a:t>
            </a:r>
          </a:p>
          <a:p>
            <a:pPr lvl="1"/>
            <a:r>
              <a:rPr lang="en-US" sz="1800" dirty="0"/>
              <a:t>State Transition</a:t>
            </a:r>
          </a:p>
          <a:p>
            <a:pPr marL="533347" lvl="1" indent="0">
              <a:buNone/>
            </a:pPr>
            <a:endParaRPr lang="en-US" sz="2000" dirty="0"/>
          </a:p>
          <a:p>
            <a:endParaRPr lang="en-US" sz="2000" dirty="0"/>
          </a:p>
          <a:p>
            <a:pPr lvl="1"/>
            <a:endParaRPr lang="en-US" dirty="0"/>
          </a:p>
          <a:p>
            <a:pPr eaLnBrk="1" hangingPunct="1"/>
            <a:endParaRPr lang="en-US" b="0" dirty="0"/>
          </a:p>
          <a:p>
            <a:pPr lvl="2" eaLnBrk="1" hangingPunct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i="1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3B1C7A26-1948-4420-AB49-FAF9F89BEC57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7469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Resources &amp; References – Combinatorial testing</a:t>
            </a:r>
          </a:p>
        </p:txBody>
      </p:sp>
      <p:sp>
        <p:nvSpPr>
          <p:cNvPr id="588804" name="Rectangle 4"/>
          <p:cNvSpPr>
            <a:spLocks noGrp="1" noChangeArrowheads="1"/>
          </p:cNvSpPr>
          <p:nvPr>
            <p:ph type="body" idx="1"/>
          </p:nvPr>
        </p:nvSpPr>
        <p:spPr>
          <a:solidFill>
            <a:schemeClr val="bg1"/>
          </a:solidFill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dirty="0">
                <a:hlinkClick r:id="rId3"/>
              </a:rPr>
              <a:t>https://www.pairwise.org</a:t>
            </a:r>
            <a:r>
              <a:rPr lang="en-US" sz="16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Articles, Resources, Tools list</a:t>
            </a:r>
          </a:p>
          <a:p>
            <a:pPr>
              <a:lnSpc>
                <a:spcPct val="80000"/>
              </a:lnSpc>
            </a:pPr>
            <a:r>
              <a:rPr lang="da-DK" sz="1600" b="0" dirty="0"/>
              <a:t>[Tatsumi]: </a:t>
            </a:r>
            <a:r>
              <a:rPr lang="en-US" sz="1600" b="0" dirty="0"/>
              <a:t>Test Case Design Support System</a:t>
            </a:r>
            <a:r>
              <a:rPr lang="da-DK" sz="1600" b="0" dirty="0"/>
              <a:t> </a:t>
            </a:r>
            <a:r>
              <a:rPr lang="da-DK" sz="1600" b="0" dirty="0">
                <a:hlinkClick r:id="rId4"/>
              </a:rPr>
              <a:t>https://www.researchgate.net/publication/255983189_Test_Case_Design_Support_System</a:t>
            </a:r>
            <a:r>
              <a:rPr lang="da-DK" sz="1600" b="0" dirty="0"/>
              <a:t>   </a:t>
            </a:r>
          </a:p>
          <a:p>
            <a:pPr>
              <a:lnSpc>
                <a:spcPct val="80000"/>
              </a:lnSpc>
            </a:pPr>
            <a:r>
              <a:rPr lang="da-DK" sz="1600" b="0" dirty="0"/>
              <a:t>[Cohen at al.] </a:t>
            </a:r>
            <a:r>
              <a:rPr lang="en-US" sz="1600" b="0" dirty="0"/>
              <a:t>The AETG System: An Approach to Testing Based on Combinatorial Design </a:t>
            </a:r>
            <a:r>
              <a:rPr lang="en-US" sz="1600" b="0" dirty="0">
                <a:hlinkClick r:id="rId5"/>
              </a:rPr>
              <a:t>https://ix.cs.uoregon.edu/~michal/Classes/f99/cis610sqa/Readings/cohen-AETG.pdf</a:t>
            </a:r>
            <a:r>
              <a:rPr lang="en-US" sz="1600" b="0" dirty="0"/>
              <a:t> </a:t>
            </a:r>
          </a:p>
          <a:p>
            <a:pPr>
              <a:lnSpc>
                <a:spcPct val="80000"/>
              </a:lnSpc>
            </a:pPr>
            <a:r>
              <a:rPr lang="en-US" sz="1600" b="0" dirty="0"/>
              <a:t>[Miller]: Miller, G.A. (1956): The magical number seven, plus or minus two, </a:t>
            </a:r>
            <a:r>
              <a:rPr lang="en-US" sz="1600" b="0" i="1" dirty="0"/>
              <a:t>Psychological Review </a:t>
            </a:r>
            <a:r>
              <a:rPr lang="en-US" sz="1600" b="0" dirty="0"/>
              <a:t>63:2, p. 81-97. </a:t>
            </a:r>
            <a:r>
              <a:rPr lang="en-US" sz="1600" b="0" dirty="0">
                <a:hlinkClick r:id="rId6"/>
              </a:rPr>
              <a:t>https://labs.la.utexas.edu/gilden/files/2016/04/MagicNumberSeven-Miller1956.pdf</a:t>
            </a:r>
            <a:r>
              <a:rPr lang="en-US" sz="1600" b="0" dirty="0"/>
              <a:t> </a:t>
            </a:r>
          </a:p>
          <a:p>
            <a:pPr>
              <a:lnSpc>
                <a:spcPct val="80000"/>
              </a:lnSpc>
            </a:pPr>
            <a:r>
              <a:rPr lang="en-US" sz="1600" b="0" dirty="0"/>
              <a:t>Pairwise Testing in the Real World: Practical Extensions to Test-Case Scenarios</a:t>
            </a:r>
            <a:r>
              <a:rPr lang="en-US" sz="1600" b="0" dirty="0">
                <a:hlinkClick r:id="rId7"/>
              </a:rPr>
              <a:t> </a:t>
            </a:r>
            <a:r>
              <a:rPr lang="da-DK" sz="1600" b="0" dirty="0">
                <a:hlinkClick r:id="rId7"/>
              </a:rPr>
              <a:t>http://msdn.microsoft.com/en-us/library/cc150619.aspx</a:t>
            </a:r>
            <a:endParaRPr lang="da-DK" sz="1600" b="0" dirty="0"/>
          </a:p>
          <a:p>
            <a:pPr>
              <a:lnSpc>
                <a:spcPct val="80000"/>
              </a:lnSpc>
            </a:pPr>
            <a:r>
              <a:rPr lang="en-US" sz="1600" b="0" dirty="0"/>
              <a:t>[Bach, </a:t>
            </a:r>
            <a:r>
              <a:rPr lang="en-US" sz="1600" b="0" dirty="0" err="1"/>
              <a:t>Shroeder</a:t>
            </a:r>
            <a:r>
              <a:rPr lang="en-US" sz="1600" b="0" dirty="0"/>
              <a:t>]: Bach, J., and P. </a:t>
            </a:r>
            <a:r>
              <a:rPr lang="en-US" sz="1600" b="0" dirty="0" err="1"/>
              <a:t>Shroeder</a:t>
            </a:r>
            <a:r>
              <a:rPr lang="en-US" sz="1600" b="0" dirty="0"/>
              <a:t>. “Pairwise Testing: A Best Practice that Isn’t.” </a:t>
            </a:r>
            <a:r>
              <a:rPr lang="en-US" sz="1600" b="0" dirty="0">
                <a:hlinkClick r:id="rId8"/>
              </a:rPr>
              <a:t>https://www.satisfice.us/articles/pairwise.pdf</a:t>
            </a:r>
            <a:r>
              <a:rPr lang="en-US" sz="1600" b="0" dirty="0"/>
              <a:t> </a:t>
            </a:r>
            <a:r>
              <a:rPr lang="en-US" sz="1050" b="0" dirty="0"/>
              <a:t>        </a:t>
            </a:r>
          </a:p>
          <a:p>
            <a:pPr>
              <a:lnSpc>
                <a:spcPct val="80000"/>
              </a:lnSpc>
            </a:pPr>
            <a:endParaRPr lang="en-US" sz="1600" b="0" dirty="0"/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4D0B93-9D1E-445A-A662-E026290D6E51}" type="slidenum">
              <a:rPr lang="he-IL" altLang="en-US"/>
              <a:pPr/>
              <a:t>46</a:t>
            </a:fld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5">
          <a:extLst>
            <a:ext uri="{FF2B5EF4-FFF2-40B4-BE49-F238E27FC236}">
              <a16:creationId xmlns:a16="http://schemas.microsoft.com/office/drawing/2014/main" id="{4A033774-B57D-CC62-F644-2FDE1E6D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37">
            <a:extLst>
              <a:ext uri="{FF2B5EF4-FFF2-40B4-BE49-F238E27FC236}">
                <a16:creationId xmlns:a16="http://schemas.microsoft.com/office/drawing/2014/main" id="{F564869D-94AD-2528-53DE-224489F15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8303" y="159662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CREDITS</a:t>
            </a:r>
            <a:endParaRPr/>
          </a:p>
        </p:txBody>
      </p:sp>
      <p:sp>
        <p:nvSpPr>
          <p:cNvPr id="4047" name="Google Shape;4047;p37">
            <a:extLst>
              <a:ext uri="{FF2B5EF4-FFF2-40B4-BE49-F238E27FC236}">
                <a16:creationId xmlns:a16="http://schemas.microsoft.com/office/drawing/2014/main" id="{835B5036-4408-148A-F408-AE6387827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8303" y="2590803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Special thanks to all the people who made and released these awesome resources for free:</a:t>
            </a:r>
            <a:endParaRPr/>
          </a:p>
          <a:p>
            <a:pPr>
              <a:lnSpc>
                <a:spcPct val="115000"/>
              </a:lnSpc>
            </a:pPr>
            <a:r>
              <a:rPr lang="en"/>
              <a:t>Presentation template by </a:t>
            </a:r>
            <a:r>
              <a:rPr lang="en" u="sng">
                <a:solidFill>
                  <a:srgbClr val="0B87A1"/>
                </a:solidFill>
                <a:hlinkClick r:id="rId3"/>
              </a:rPr>
              <a:t>SlidesCarnival</a:t>
            </a:r>
            <a:endParaRPr>
              <a:solidFill>
                <a:srgbClr val="0B87A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/>
              <a:t>Photographs by </a:t>
            </a:r>
            <a:r>
              <a:rPr lang="en" u="sng">
                <a:solidFill>
                  <a:srgbClr val="0B87A1"/>
                </a:solidFill>
                <a:hlinkClick r:id="rId4"/>
              </a:rPr>
              <a:t>Unsplash</a:t>
            </a:r>
            <a:endParaRPr>
              <a:solidFill>
                <a:srgbClr val="0B87A1"/>
              </a:solidFill>
            </a:endParaRPr>
          </a:p>
        </p:txBody>
      </p:sp>
      <p:sp>
        <p:nvSpPr>
          <p:cNvPr id="4048" name="Google Shape;4048;p37">
            <a:extLst>
              <a:ext uri="{FF2B5EF4-FFF2-40B4-BE49-F238E27FC236}">
                <a16:creationId xmlns:a16="http://schemas.microsoft.com/office/drawing/2014/main" id="{18DD2A33-CAE7-1205-46A6-BEECDD7BCD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0791162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4-3 SlidesCarnival for HUJI.pptx" id="{E9037033-5940-472F-A509-82D318FD5E3B}" vid="{5F247CF2-B490-4014-B26E-8F1219C0E6A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Mowbray 4-3 SlidesCarnival for HUJI</Template>
  <TotalTime>9814</TotalTime>
  <Words>3548</Words>
  <Application>Microsoft Office PowerPoint</Application>
  <PresentationFormat>On-screen Show (4:3)</PresentationFormat>
  <Paragraphs>1269</Paragraphs>
  <Slides>47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Titillium Web Light</vt:lpstr>
      <vt:lpstr>Titillium Web ExtraLight</vt:lpstr>
      <vt:lpstr>Wingdings</vt:lpstr>
      <vt:lpstr>Consolas</vt:lpstr>
      <vt:lpstr>Symbol</vt:lpstr>
      <vt:lpstr>Dosis Light</vt:lpstr>
      <vt:lpstr>Calibri</vt:lpstr>
      <vt:lpstr>Arial</vt:lpstr>
      <vt:lpstr>Times New Roman</vt:lpstr>
      <vt:lpstr>Mowbray template</vt:lpstr>
      <vt:lpstr>PowerPoint Presentation</vt:lpstr>
      <vt:lpstr>Class activity</vt:lpstr>
      <vt:lpstr>Class discussion</vt:lpstr>
      <vt:lpstr>Class activity (2)</vt:lpstr>
      <vt:lpstr>PowerPoint Presentation</vt:lpstr>
      <vt:lpstr>Class activity (1)</vt:lpstr>
      <vt:lpstr>Class activity (2)</vt:lpstr>
      <vt:lpstr>Class activity (3) – Game rules</vt:lpstr>
      <vt:lpstr>Decision Table Testing</vt:lpstr>
      <vt:lpstr>Decision Table</vt:lpstr>
      <vt:lpstr>When to use Decision Tables? </vt:lpstr>
      <vt:lpstr>Exercise</vt:lpstr>
      <vt:lpstr>כללי הנחות</vt:lpstr>
      <vt:lpstr>כללי הנחות </vt:lpstr>
      <vt:lpstr>כללי הנחות </vt:lpstr>
      <vt:lpstr>כללי הנחות </vt:lpstr>
      <vt:lpstr>כללי הנחות </vt:lpstr>
      <vt:lpstr>כללי הנחות </vt:lpstr>
      <vt:lpstr>כללי הנחות </vt:lpstr>
      <vt:lpstr>פתרון</vt:lpstr>
      <vt:lpstr>כללי הנחות</vt:lpstr>
      <vt:lpstr>פתרון</vt:lpstr>
      <vt:lpstr>פתרון</vt:lpstr>
      <vt:lpstr>Creating tests from Decision Table</vt:lpstr>
      <vt:lpstr>PowerPoint Presentation</vt:lpstr>
      <vt:lpstr>Class activity</vt:lpstr>
      <vt:lpstr>PowerPoint Presentation</vt:lpstr>
      <vt:lpstr>Class activity</vt:lpstr>
      <vt:lpstr>Class activity - discussion</vt:lpstr>
      <vt:lpstr>State Transition Testing</vt:lpstr>
      <vt:lpstr>State Machine</vt:lpstr>
      <vt:lpstr>State Diagram components</vt:lpstr>
      <vt:lpstr>State Diagram</vt:lpstr>
      <vt:lpstr>State Transition Testing</vt:lpstr>
      <vt:lpstr>State Transition Testing example – traffic light</vt:lpstr>
      <vt:lpstr>State Transition Testing example – traffic light </vt:lpstr>
      <vt:lpstr>State Transition Testing example – traffic light</vt:lpstr>
      <vt:lpstr>State Transition Testing example – traffic light</vt:lpstr>
      <vt:lpstr>State Transition Testing example – traffic light</vt:lpstr>
      <vt:lpstr>State Transition Testing</vt:lpstr>
      <vt:lpstr>Testability hooks</vt:lpstr>
      <vt:lpstr>Testability hooks</vt:lpstr>
      <vt:lpstr>PowerPoint Presentation</vt:lpstr>
      <vt:lpstr>Class activity</vt:lpstr>
      <vt:lpstr>Summary</vt:lpstr>
      <vt:lpstr>Resources &amp; References – Combinatorial testing</vt:lpstr>
      <vt:lpstr>CREDITS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Stahl</dc:creator>
  <cp:lastModifiedBy>Michael Stahl</cp:lastModifiedBy>
  <cp:revision>30</cp:revision>
  <dcterms:created xsi:type="dcterms:W3CDTF">2024-12-10T08:52:40Z</dcterms:created>
  <dcterms:modified xsi:type="dcterms:W3CDTF">2026-08-10T19:46:37Z</dcterms:modified>
</cp:coreProperties>
</file>