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1030" r:id="rId2"/>
    <p:sldId id="1023" r:id="rId3"/>
    <p:sldId id="1031" r:id="rId4"/>
  </p:sldIdLst>
  <p:sldSz cx="9144000" cy="6858000" type="screen4x3"/>
  <p:notesSz cx="6858000" cy="9144000"/>
  <p:embeddedFontLst>
    <p:embeddedFont>
      <p:font typeface="Dosis Light" pitchFamily="2" charset="0"/>
      <p:regular r:id="rId6"/>
      <p:bold r:id="rId7"/>
    </p:embeddedFont>
    <p:embeddedFont>
      <p:font typeface="Titillium Web ExtraLight" panose="00000300000000000000" pitchFamily="2" charset="0"/>
      <p:regular r:id="rId8"/>
      <p:italic r:id="rId9"/>
    </p:embeddedFont>
    <p:embeddedFont>
      <p:font typeface="Titillium Web Light" panose="000004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EB32C-FE9D-4A1E-88CB-9BAADA5CF1BC}" v="1" dt="2026-08-02T08:43:47.477"/>
  </p1510:revLst>
</p1510:revInfo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68527" autoAdjust="0"/>
  </p:normalViewPr>
  <p:slideViewPr>
    <p:cSldViewPr snapToGrid="0">
      <p:cViewPr varScale="1">
        <p:scale>
          <a:sx n="77" d="100"/>
          <a:sy n="77" d="100"/>
        </p:scale>
        <p:origin x="27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tahl" userId="726e90bb-eee3-40a4-a1a3-c9de6ab90432" providerId="ADAL" clId="{06F263C8-35B2-477E-9931-FD30AF4771AB}"/>
    <pc:docChg chg="custSel addSld delSld modSld modMainMaster">
      <pc:chgData name="Michael Stahl" userId="726e90bb-eee3-40a4-a1a3-c9de6ab90432" providerId="ADAL" clId="{06F263C8-35B2-477E-9931-FD30AF4771AB}" dt="2026-07-30T10:51:03.925" v="492" actId="20577"/>
      <pc:docMkLst>
        <pc:docMk/>
      </pc:docMkLst>
      <pc:sldChg chg="add">
        <pc:chgData name="Michael Stahl" userId="726e90bb-eee3-40a4-a1a3-c9de6ab90432" providerId="ADAL" clId="{06F263C8-35B2-477E-9931-FD30AF4771AB}" dt="2026-07-30T10:40:11.684" v="39"/>
        <pc:sldMkLst>
          <pc:docMk/>
          <pc:sldMk cId="0" sldId="508"/>
        </pc:sldMkLst>
      </pc:sldChg>
      <pc:sldChg chg="add">
        <pc:chgData name="Michael Stahl" userId="726e90bb-eee3-40a4-a1a3-c9de6ab90432" providerId="ADAL" clId="{06F263C8-35B2-477E-9931-FD30AF4771AB}" dt="2026-07-30T10:40:11.684" v="39"/>
        <pc:sldMkLst>
          <pc:docMk/>
          <pc:sldMk cId="0" sldId="986"/>
        </pc:sldMkLst>
      </pc:sldChg>
      <pc:sldChg chg="addSp delSp modSp new mod chgLayout">
        <pc:chgData name="Michael Stahl" userId="726e90bb-eee3-40a4-a1a3-c9de6ab90432" providerId="ADAL" clId="{06F263C8-35B2-477E-9931-FD30AF4771AB}" dt="2026-07-30T10:47:40.792" v="285" actId="242"/>
        <pc:sldMkLst>
          <pc:docMk/>
          <pc:sldMk cId="882798380" sldId="1030"/>
        </pc:sldMkLst>
        <pc:spChg chg="mod ord">
          <ac:chgData name="Michael Stahl" userId="726e90bb-eee3-40a4-a1a3-c9de6ab90432" providerId="ADAL" clId="{06F263C8-35B2-477E-9931-FD30AF4771AB}" dt="2026-07-30T10:47:11.808" v="250" actId="14100"/>
          <ac:spMkLst>
            <pc:docMk/>
            <pc:sldMk cId="882798380" sldId="1030"/>
            <ac:spMk id="2" creationId="{68A1DF7A-FF29-ED4F-6310-8C45015DD7FD}"/>
          </ac:spMkLst>
        </pc:spChg>
        <pc:spChg chg="mod ord">
          <ac:chgData name="Michael Stahl" userId="726e90bb-eee3-40a4-a1a3-c9de6ab90432" providerId="ADAL" clId="{06F263C8-35B2-477E-9931-FD30AF4771AB}" dt="2026-07-30T10:47:05.309" v="248" actId="700"/>
          <ac:spMkLst>
            <pc:docMk/>
            <pc:sldMk cId="882798380" sldId="1030"/>
            <ac:spMk id="3" creationId="{447BFDA5-C1B5-A653-20BB-5D9A2968F922}"/>
          </ac:spMkLst>
        </pc:spChg>
      </pc:sldChg>
      <pc:sldChg chg="modSp add mod">
        <pc:chgData name="Michael Stahl" userId="726e90bb-eee3-40a4-a1a3-c9de6ab90432" providerId="ADAL" clId="{06F263C8-35B2-477E-9931-FD30AF4771AB}" dt="2026-07-30T10:49:56.199" v="410" actId="20577"/>
        <pc:sldMkLst>
          <pc:docMk/>
          <pc:sldMk cId="1397791541" sldId="1032"/>
        </pc:sldMkLst>
        <pc:spChg chg="mod">
          <ac:chgData name="Michael Stahl" userId="726e90bb-eee3-40a4-a1a3-c9de6ab90432" providerId="ADAL" clId="{06F263C8-35B2-477E-9931-FD30AF4771AB}" dt="2026-07-30T10:49:56.199" v="410" actId="20577"/>
          <ac:spMkLst>
            <pc:docMk/>
            <pc:sldMk cId="1397791541" sldId="1032"/>
            <ac:spMk id="3" creationId="{EB31041A-ED89-196B-C464-C01ABBFB4A7B}"/>
          </ac:spMkLst>
        </pc:spChg>
      </pc:sldChg>
      <pc:sldChg chg="modSp add mod">
        <pc:chgData name="Michael Stahl" userId="726e90bb-eee3-40a4-a1a3-c9de6ab90432" providerId="ADAL" clId="{06F263C8-35B2-477E-9931-FD30AF4771AB}" dt="2026-07-30T10:51:03.925" v="492" actId="20577"/>
        <pc:sldMkLst>
          <pc:docMk/>
          <pc:sldMk cId="3756952531" sldId="1033"/>
        </pc:sldMkLst>
        <pc:spChg chg="mod">
          <ac:chgData name="Michael Stahl" userId="726e90bb-eee3-40a4-a1a3-c9de6ab90432" providerId="ADAL" clId="{06F263C8-35B2-477E-9931-FD30AF4771AB}" dt="2026-07-30T10:51:03.925" v="492" actId="20577"/>
          <ac:spMkLst>
            <pc:docMk/>
            <pc:sldMk cId="3756952531" sldId="1033"/>
            <ac:spMk id="3" creationId="{8000F9D9-0EF9-0F80-B27C-089F9EE7E24D}"/>
          </ac:spMkLst>
        </pc:spChg>
      </pc:sldChg>
      <pc:sldChg chg="add">
        <pc:chgData name="Michael Stahl" userId="726e90bb-eee3-40a4-a1a3-c9de6ab90432" providerId="ADAL" clId="{06F263C8-35B2-477E-9931-FD30AF4771AB}" dt="2026-07-30T10:40:11.684" v="39"/>
        <pc:sldMkLst>
          <pc:docMk/>
          <pc:sldMk cId="1831642493" sldId="1034"/>
        </pc:sldMkLst>
      </pc:sldChg>
      <pc:sldMasterChg chg="delSldLayout modSldLayout">
        <pc:chgData name="Michael Stahl" userId="726e90bb-eee3-40a4-a1a3-c9de6ab90432" providerId="ADAL" clId="{06F263C8-35B2-477E-9931-FD30AF4771AB}" dt="2026-07-30T10:46:48.251" v="247" actId="1076"/>
        <pc:sldMasterMkLst>
          <pc:docMk/>
          <pc:sldMasterMk cId="0" sldId="2147483659"/>
        </pc:sldMasterMkLst>
        <pc:sldLayoutChg chg="addSp delSp modSp mod">
          <pc:chgData name="Michael Stahl" userId="726e90bb-eee3-40a4-a1a3-c9de6ab90432" providerId="ADAL" clId="{06F263C8-35B2-477E-9931-FD30AF4771AB}" dt="2026-07-30T10:46:48.251" v="247" actId="1076"/>
          <pc:sldLayoutMkLst>
            <pc:docMk/>
            <pc:sldMasterMk cId="0" sldId="2147483659"/>
            <pc:sldLayoutMk cId="674383784" sldId="2147483666"/>
          </pc:sldLayoutMkLst>
          <pc:spChg chg="add mod">
            <ac:chgData name="Michael Stahl" userId="726e90bb-eee3-40a4-a1a3-c9de6ab90432" providerId="ADAL" clId="{06F263C8-35B2-477E-9931-FD30AF4771AB}" dt="2026-07-30T10:46:48.251" v="247" actId="1076"/>
            <ac:spMkLst>
              <pc:docMk/>
              <pc:sldMasterMk cId="0" sldId="2147483659"/>
              <pc:sldLayoutMk cId="674383784" sldId="2147483666"/>
              <ac:spMk id="8" creationId="{E1656670-8F72-C638-967C-518314EF37BD}"/>
            </ac:spMkLst>
          </pc:spChg>
          <pc:spChg chg="mod">
            <ac:chgData name="Michael Stahl" userId="726e90bb-eee3-40a4-a1a3-c9de6ab90432" providerId="ADAL" clId="{06F263C8-35B2-477E-9931-FD30AF4771AB}" dt="2026-07-30T10:42:10.426" v="105" actId="404"/>
            <ac:spMkLst>
              <pc:docMk/>
              <pc:sldMasterMk cId="0" sldId="2147483659"/>
              <pc:sldLayoutMk cId="674383784" sldId="2147483666"/>
              <ac:spMk id="1045" creationId="{00000000-0000-0000-0000-000000000000}"/>
            </ac:spMkLst>
          </pc:spChg>
        </pc:sldLayoutChg>
      </pc:sldMasterChg>
    </pc:docChg>
  </pc:docChgLst>
  <pc:docChgLst>
    <pc:chgData name="Michael Stahl" userId="1bd406a94c0b4a41" providerId="LiveId" clId="{06F263C8-35B2-477E-9931-FD30AF4771AB}"/>
    <pc:docChg chg="custSel addSld delSld modSld">
      <pc:chgData name="Michael Stahl" userId="1bd406a94c0b4a41" providerId="LiveId" clId="{06F263C8-35B2-477E-9931-FD30AF4771AB}" dt="2026-08-02T08:44:33.508" v="5" actId="6549"/>
      <pc:docMkLst>
        <pc:docMk/>
      </pc:docMkLst>
      <pc:sldChg chg="del">
        <pc:chgData name="Michael Stahl" userId="1bd406a94c0b4a41" providerId="LiveId" clId="{06F263C8-35B2-477E-9931-FD30AF4771AB}" dt="2026-08-02T08:43:44.546" v="2" actId="47"/>
        <pc:sldMkLst>
          <pc:docMk/>
          <pc:sldMk cId="0" sldId="508"/>
        </pc:sldMkLst>
      </pc:sldChg>
      <pc:sldChg chg="del">
        <pc:chgData name="Michael Stahl" userId="1bd406a94c0b4a41" providerId="LiveId" clId="{06F263C8-35B2-477E-9931-FD30AF4771AB}" dt="2026-08-02T08:43:44.546" v="2" actId="47"/>
        <pc:sldMkLst>
          <pc:docMk/>
          <pc:sldMk cId="0" sldId="986"/>
        </pc:sldMkLst>
      </pc:sldChg>
      <pc:sldChg chg="add modNotesTx">
        <pc:chgData name="Michael Stahl" userId="1bd406a94c0b4a41" providerId="LiveId" clId="{06F263C8-35B2-477E-9931-FD30AF4771AB}" dt="2026-08-02T08:44:33.508" v="5" actId="6549"/>
        <pc:sldMkLst>
          <pc:docMk/>
          <pc:sldMk cId="4086997180" sldId="1023"/>
        </pc:sldMkLst>
      </pc:sldChg>
      <pc:sldChg chg="addSp delSp modSp mod">
        <pc:chgData name="Michael Stahl" userId="1bd406a94c0b4a41" providerId="LiveId" clId="{06F263C8-35B2-477E-9931-FD30AF4771AB}" dt="2026-08-02T08:43:20.692" v="1" actId="478"/>
        <pc:sldMkLst>
          <pc:docMk/>
          <pc:sldMk cId="882798380" sldId="1030"/>
        </pc:sldMkLst>
        <pc:spChg chg="add del mod">
          <ac:chgData name="Michael Stahl" userId="1bd406a94c0b4a41" providerId="LiveId" clId="{06F263C8-35B2-477E-9931-FD30AF4771AB}" dt="2026-08-02T08:43:20.692" v="1" actId="478"/>
          <ac:spMkLst>
            <pc:docMk/>
            <pc:sldMk cId="882798380" sldId="1030"/>
            <ac:spMk id="5" creationId="{73641321-9047-6EE0-6726-A178BDBE037E}"/>
          </ac:spMkLst>
        </pc:spChg>
        <pc:spChg chg="del">
          <ac:chgData name="Michael Stahl" userId="1bd406a94c0b4a41" providerId="LiveId" clId="{06F263C8-35B2-477E-9931-FD30AF4771AB}" dt="2026-08-02T08:43:18.211" v="0" actId="478"/>
          <ac:spMkLst>
            <pc:docMk/>
            <pc:sldMk cId="882798380" sldId="1030"/>
            <ac:spMk id="6" creationId="{6F4A2D92-97FC-9C73-6229-57F5C10115A5}"/>
          </ac:spMkLst>
        </pc:spChg>
      </pc:sldChg>
      <pc:sldChg chg="add modNotesTx">
        <pc:chgData name="Michael Stahl" userId="1bd406a94c0b4a41" providerId="LiveId" clId="{06F263C8-35B2-477E-9931-FD30AF4771AB}" dt="2026-08-02T08:44:16.517" v="4" actId="6549"/>
        <pc:sldMkLst>
          <pc:docMk/>
          <pc:sldMk cId="1593431386" sldId="1031"/>
        </pc:sldMkLst>
      </pc:sldChg>
      <pc:sldChg chg="del">
        <pc:chgData name="Michael Stahl" userId="1bd406a94c0b4a41" providerId="LiveId" clId="{06F263C8-35B2-477E-9931-FD30AF4771AB}" dt="2026-08-02T08:43:44.546" v="2" actId="47"/>
        <pc:sldMkLst>
          <pc:docMk/>
          <pc:sldMk cId="1397791541" sldId="1032"/>
        </pc:sldMkLst>
      </pc:sldChg>
      <pc:sldChg chg="del">
        <pc:chgData name="Michael Stahl" userId="1bd406a94c0b4a41" providerId="LiveId" clId="{06F263C8-35B2-477E-9931-FD30AF4771AB}" dt="2026-08-02T08:43:44.546" v="2" actId="47"/>
        <pc:sldMkLst>
          <pc:docMk/>
          <pc:sldMk cId="3756952531" sldId="1033"/>
        </pc:sldMkLst>
      </pc:sldChg>
      <pc:sldChg chg="del">
        <pc:chgData name="Michael Stahl" userId="1bd406a94c0b4a41" providerId="LiveId" clId="{06F263C8-35B2-477E-9931-FD30AF4771AB}" dt="2026-08-02T08:43:44.546" v="2" actId="47"/>
        <pc:sldMkLst>
          <pc:docMk/>
          <pc:sldMk cId="1831642493" sldId="1034"/>
        </pc:sldMkLst>
      </pc:sldChg>
      <pc:sldMasterChg chg="delSldLayout">
        <pc:chgData name="Michael Stahl" userId="1bd406a94c0b4a41" providerId="LiveId" clId="{06F263C8-35B2-477E-9931-FD30AF4771AB}" dt="2026-08-02T08:43:44.546" v="2" actId="47"/>
        <pc:sldMasterMkLst>
          <pc:docMk/>
          <pc:sldMasterMk cId="0" sldId="2147483659"/>
        </pc:sldMasterMkLst>
        <pc:sldLayoutChg chg="del">
          <pc:chgData name="Michael Stahl" userId="1bd406a94c0b4a41" providerId="LiveId" clId="{06F263C8-35B2-477E-9931-FD30AF4771AB}" dt="2026-08-02T08:43:44.546" v="2" actId="47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81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A8E8-7520-FE13-E008-679B18A0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12027-FB65-56E4-041B-11E8339FF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530A4-F616-B584-0547-9EB2365C3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1090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1775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01738"/>
            <a:ext cx="4043362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45034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048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565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 hasCustomPrompt="1"/>
          </p:nvPr>
        </p:nvSpPr>
        <p:spPr>
          <a:xfrm>
            <a:off x="1481877" y="323458"/>
            <a:ext cx="4024689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5613" lvl="0" indent="1588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800" i="0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Class activity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656670-8F72-C638-967C-518314EF37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5427" y="1730605"/>
            <a:ext cx="3557587" cy="2024062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7438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4421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2697E-5E58-1E44-DC7D-DF0A84A0EEB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7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A1DF7A-FF29-ED4F-6310-8C45015DD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303" y="323458"/>
            <a:ext cx="5041556" cy="914400"/>
          </a:xfrm>
        </p:spPr>
        <p:txBody>
          <a:bodyPr/>
          <a:lstStyle/>
          <a:p>
            <a:pPr marL="455613" indent="6350"/>
            <a:r>
              <a:rPr lang="en-US" sz="6000" b="1" i="0" dirty="0"/>
              <a:t>Class activity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BFDA5-C1B5-A653-20BB-5D9A2968F9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279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2B7F-3306-036B-A807-6F11DA66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FA8-540A-50DF-8DD7-BF3CD2DA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4EB6-C399-8391-E4DB-D363AA698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lvl="0"/>
            <a:r>
              <a:rPr lang="en-US" dirty="0"/>
              <a:t>Get </a:t>
            </a:r>
            <a:r>
              <a:rPr lang="en-US" b="1" dirty="0"/>
              <a:t>triage_rules.exe</a:t>
            </a:r>
            <a:r>
              <a:rPr lang="en-US" dirty="0"/>
              <a:t> from Moodle (triage_rules.zip)</a:t>
            </a:r>
            <a:endParaRPr lang="en-IL" dirty="0"/>
          </a:p>
          <a:p>
            <a:pPr lvl="0"/>
            <a:r>
              <a:rPr lang="en-US" dirty="0"/>
              <a:t>Find the Triage Rules</a:t>
            </a:r>
            <a:endParaRPr lang="en-IL" dirty="0"/>
          </a:p>
          <a:p>
            <a:r>
              <a:rPr lang="en-US" dirty="0"/>
              <a:t>Suggest a way to present the rules in a concise way</a:t>
            </a:r>
          </a:p>
          <a:p>
            <a:r>
              <a:rPr lang="en-US" dirty="0"/>
              <a:t>Load your suggestion to Moodle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20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112D-B3E8-9444-4DAF-D6182857E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699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A184-E7A7-A2DA-80D8-3F7D1FC7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531B-F10A-15AF-4483-1E0FE562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- discussion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E8D40-7AB7-D94E-A0D4-A0DF89753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lvl="0"/>
            <a:r>
              <a:rPr lang="en-US" dirty="0"/>
              <a:t>Review 3 proposals</a:t>
            </a:r>
          </a:p>
          <a:p>
            <a:pPr lvl="0"/>
            <a:r>
              <a:rPr lang="en-US" dirty="0"/>
              <a:t>What’s good? What can be improved?  </a:t>
            </a:r>
            <a:endParaRPr lang="en-IL" dirty="0"/>
          </a:p>
          <a:p>
            <a:pPr lvl="0"/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C2036-0531-5DD5-8E0F-C5733BF861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3431386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A08F610-A8DE-48EE-AF9F-85797E90A7E6}" vid="{0ADC40FC-5C20-46E2-A963-C915CABD987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1560</TotalTime>
  <Words>59</Words>
  <Application>Microsoft Office PowerPoint</Application>
  <PresentationFormat>On-screen Show (4:3)</PresentationFormat>
  <Paragraphs>16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Titillium Web Light</vt:lpstr>
      <vt:lpstr>Titillium Web ExtraLight</vt:lpstr>
      <vt:lpstr>Arial</vt:lpstr>
      <vt:lpstr>Dosis Light</vt:lpstr>
      <vt:lpstr>Wingdings</vt:lpstr>
      <vt:lpstr>Mowbray template</vt:lpstr>
      <vt:lpstr>PowerPoint Presentation</vt:lpstr>
      <vt:lpstr>Class activity</vt:lpstr>
      <vt:lpstr>Class activity -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1</cp:revision>
  <dcterms:created xsi:type="dcterms:W3CDTF">2024-12-22T09:09:46Z</dcterms:created>
  <dcterms:modified xsi:type="dcterms:W3CDTF">2026-08-02T08:44:35Z</dcterms:modified>
</cp:coreProperties>
</file>