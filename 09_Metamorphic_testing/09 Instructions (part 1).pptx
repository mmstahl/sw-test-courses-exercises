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6"/>
  </p:notesMasterIdLst>
  <p:sldIdLst>
    <p:sldId id="260" r:id="rId2"/>
    <p:sldId id="1023" r:id="rId3"/>
    <p:sldId id="1048" r:id="rId4"/>
    <p:sldId id="726" r:id="rId5"/>
  </p:sldIdLst>
  <p:sldSz cx="9144000" cy="6858000" type="screen4x3"/>
  <p:notesSz cx="6858000" cy="9144000"/>
  <p:embeddedFontLst>
    <p:embeddedFont>
      <p:font typeface="Consolas" panose="020B0609020204030204" pitchFamily="49" charset="0"/>
      <p:regular r:id="rId7"/>
      <p:bold r:id="rId8"/>
      <p:italic r:id="rId9"/>
      <p:boldItalic r:id="rId10"/>
    </p:embeddedFont>
    <p:embeddedFont>
      <p:font typeface="Dosis Light" pitchFamily="2" charset="0"/>
      <p:regular r:id="rId11"/>
      <p:bold r:id="rId12"/>
    </p:embeddedFont>
    <p:embeddedFont>
      <p:font typeface="Titillium Web ExtraLight" panose="00000300000000000000" pitchFamily="2" charset="0"/>
      <p:regular r:id="rId13"/>
      <p:italic r:id="rId14"/>
    </p:embeddedFont>
    <p:embeddedFont>
      <p:font typeface="Titillium Web Light" panose="00000400000000000000" pitchFamily="2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C80"/>
    <a:srgbClr val="CC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63998E-9C57-45F4-B4BE-A2626083F656}" v="1" dt="2026-08-06T12:06:41.539"/>
  </p1510:revLst>
</p1510:revInfo>
</file>

<file path=ppt/tableStyles.xml><?xml version="1.0" encoding="utf-8"?>
<a:tblStyleLst xmlns:a="http://schemas.openxmlformats.org/drawingml/2006/main" def="{6B65C018-401D-4E79-BA3F-DD4AE9F38AE6}">
  <a:tblStyle styleId="{6B65C018-401D-4E79-BA3F-DD4AE9F38AE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614" autoAdjust="0"/>
    <p:restoredTop sz="83166" autoAdjust="0"/>
  </p:normalViewPr>
  <p:slideViewPr>
    <p:cSldViewPr snapToGrid="0">
      <p:cViewPr varScale="1">
        <p:scale>
          <a:sx n="95" d="100"/>
          <a:sy n="95" d="100"/>
        </p:scale>
        <p:origin x="221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10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font" Target="fonts/font9.fntdata"/><Relationship Id="rId23" Type="http://schemas.microsoft.com/office/2016/11/relationships/changesInfo" Target="changesInfos/changesInfo1.xml"/><Relationship Id="rId10" Type="http://schemas.openxmlformats.org/officeDocument/2006/relationships/font" Target="fonts/font4.fntdata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font" Target="fonts/font8.fntdata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Stahl" userId="1bd406a94c0b4a41" providerId="LiveId" clId="{06F263C8-35B2-477E-9931-FD30AF4771AB}"/>
    <pc:docChg chg="addSld delSld modSld delSection modSection">
      <pc:chgData name="Michael Stahl" userId="1bd406a94c0b4a41" providerId="LiveId" clId="{06F263C8-35B2-477E-9931-FD30AF4771AB}" dt="2026-08-07T09:38:38.771" v="12" actId="113"/>
      <pc:docMkLst>
        <pc:docMk/>
      </pc:docMkLst>
      <pc:sldChg chg="del">
        <pc:chgData name="Michael Stahl" userId="1bd406a94c0b4a41" providerId="LiveId" clId="{06F263C8-35B2-477E-9931-FD30AF4771AB}" dt="2026-08-06T12:05:18.238" v="3" actId="47"/>
        <pc:sldMkLst>
          <pc:docMk/>
          <pc:sldMk cId="0" sldId="507"/>
        </pc:sldMkLst>
      </pc:sldChg>
      <pc:sldChg chg="del">
        <pc:chgData name="Michael Stahl" userId="1bd406a94c0b4a41" providerId="LiveId" clId="{06F263C8-35B2-477E-9931-FD30AF4771AB}" dt="2026-08-06T12:05:18.238" v="3" actId="47"/>
        <pc:sldMkLst>
          <pc:docMk/>
          <pc:sldMk cId="0" sldId="532"/>
        </pc:sldMkLst>
      </pc:sldChg>
      <pc:sldChg chg="del">
        <pc:chgData name="Michael Stahl" userId="1bd406a94c0b4a41" providerId="LiveId" clId="{06F263C8-35B2-477E-9931-FD30AF4771AB}" dt="2026-08-06T12:05:18.238" v="3" actId="47"/>
        <pc:sldMkLst>
          <pc:docMk/>
          <pc:sldMk cId="0" sldId="537"/>
        </pc:sldMkLst>
      </pc:sldChg>
      <pc:sldChg chg="del">
        <pc:chgData name="Michael Stahl" userId="1bd406a94c0b4a41" providerId="LiveId" clId="{06F263C8-35B2-477E-9931-FD30AF4771AB}" dt="2026-08-06T12:05:18.238" v="3" actId="47"/>
        <pc:sldMkLst>
          <pc:docMk/>
          <pc:sldMk cId="0" sldId="540"/>
        </pc:sldMkLst>
      </pc:sldChg>
      <pc:sldChg chg="del">
        <pc:chgData name="Michael Stahl" userId="1bd406a94c0b4a41" providerId="LiveId" clId="{06F263C8-35B2-477E-9931-FD30AF4771AB}" dt="2026-08-06T12:05:18.238" v="3" actId="47"/>
        <pc:sldMkLst>
          <pc:docMk/>
          <pc:sldMk cId="0" sldId="541"/>
        </pc:sldMkLst>
      </pc:sldChg>
      <pc:sldChg chg="del">
        <pc:chgData name="Michael Stahl" userId="1bd406a94c0b4a41" providerId="LiveId" clId="{06F263C8-35B2-477E-9931-FD30AF4771AB}" dt="2026-08-06T12:05:18.238" v="3" actId="47"/>
        <pc:sldMkLst>
          <pc:docMk/>
          <pc:sldMk cId="0" sldId="547"/>
        </pc:sldMkLst>
      </pc:sldChg>
      <pc:sldChg chg="del">
        <pc:chgData name="Michael Stahl" userId="1bd406a94c0b4a41" providerId="LiveId" clId="{06F263C8-35B2-477E-9931-FD30AF4771AB}" dt="2026-08-06T12:05:18.238" v="3" actId="47"/>
        <pc:sldMkLst>
          <pc:docMk/>
          <pc:sldMk cId="0" sldId="573"/>
        </pc:sldMkLst>
      </pc:sldChg>
      <pc:sldChg chg="del">
        <pc:chgData name="Michael Stahl" userId="1bd406a94c0b4a41" providerId="LiveId" clId="{06F263C8-35B2-477E-9931-FD30AF4771AB}" dt="2026-08-06T12:04:14.934" v="0" actId="18676"/>
        <pc:sldMkLst>
          <pc:docMk/>
          <pc:sldMk cId="1515362380" sldId="591"/>
        </pc:sldMkLst>
      </pc:sldChg>
      <pc:sldChg chg="del">
        <pc:chgData name="Michael Stahl" userId="1bd406a94c0b4a41" providerId="LiveId" clId="{06F263C8-35B2-477E-9931-FD30AF4771AB}" dt="2026-08-06T12:05:18.238" v="3" actId="47"/>
        <pc:sldMkLst>
          <pc:docMk/>
          <pc:sldMk cId="4073550733" sldId="592"/>
        </pc:sldMkLst>
      </pc:sldChg>
      <pc:sldChg chg="del">
        <pc:chgData name="Michael Stahl" userId="1bd406a94c0b4a41" providerId="LiveId" clId="{06F263C8-35B2-477E-9931-FD30AF4771AB}" dt="2026-08-06T12:05:18.238" v="3" actId="47"/>
        <pc:sldMkLst>
          <pc:docMk/>
          <pc:sldMk cId="135692473" sldId="593"/>
        </pc:sldMkLst>
      </pc:sldChg>
      <pc:sldChg chg="del">
        <pc:chgData name="Michael Stahl" userId="1bd406a94c0b4a41" providerId="LiveId" clId="{06F263C8-35B2-477E-9931-FD30AF4771AB}" dt="2026-08-06T12:05:18.238" v="3" actId="47"/>
        <pc:sldMkLst>
          <pc:docMk/>
          <pc:sldMk cId="4152657065" sldId="594"/>
        </pc:sldMkLst>
      </pc:sldChg>
      <pc:sldChg chg="del">
        <pc:chgData name="Michael Stahl" userId="1bd406a94c0b4a41" providerId="LiveId" clId="{06F263C8-35B2-477E-9931-FD30AF4771AB}" dt="2026-08-06T12:05:18.238" v="3" actId="47"/>
        <pc:sldMkLst>
          <pc:docMk/>
          <pc:sldMk cId="3277741540" sldId="595"/>
        </pc:sldMkLst>
      </pc:sldChg>
      <pc:sldChg chg="del">
        <pc:chgData name="Michael Stahl" userId="1bd406a94c0b4a41" providerId="LiveId" clId="{06F263C8-35B2-477E-9931-FD30AF4771AB}" dt="2026-08-06T12:05:18.238" v="3" actId="47"/>
        <pc:sldMkLst>
          <pc:docMk/>
          <pc:sldMk cId="5483808" sldId="603"/>
        </pc:sldMkLst>
      </pc:sldChg>
      <pc:sldChg chg="del">
        <pc:chgData name="Michael Stahl" userId="1bd406a94c0b4a41" providerId="LiveId" clId="{06F263C8-35B2-477E-9931-FD30AF4771AB}" dt="2026-08-06T12:05:18.238" v="3" actId="47"/>
        <pc:sldMkLst>
          <pc:docMk/>
          <pc:sldMk cId="1929066580" sldId="614"/>
        </pc:sldMkLst>
      </pc:sldChg>
      <pc:sldChg chg="del">
        <pc:chgData name="Michael Stahl" userId="1bd406a94c0b4a41" providerId="LiveId" clId="{06F263C8-35B2-477E-9931-FD30AF4771AB}" dt="2026-08-06T12:04:14.934" v="0" actId="18676"/>
        <pc:sldMkLst>
          <pc:docMk/>
          <pc:sldMk cId="2944758700" sldId="671"/>
        </pc:sldMkLst>
      </pc:sldChg>
      <pc:sldChg chg="del">
        <pc:chgData name="Michael Stahl" userId="1bd406a94c0b4a41" providerId="LiveId" clId="{06F263C8-35B2-477E-9931-FD30AF4771AB}" dt="2026-08-06T12:04:14.934" v="0" actId="18676"/>
        <pc:sldMkLst>
          <pc:docMk/>
          <pc:sldMk cId="1535072595" sldId="676"/>
        </pc:sldMkLst>
      </pc:sldChg>
      <pc:sldChg chg="del">
        <pc:chgData name="Michael Stahl" userId="1bd406a94c0b4a41" providerId="LiveId" clId="{06F263C8-35B2-477E-9931-FD30AF4771AB}" dt="2026-08-06T12:04:14.934" v="0" actId="18676"/>
        <pc:sldMkLst>
          <pc:docMk/>
          <pc:sldMk cId="2207242680" sldId="689"/>
        </pc:sldMkLst>
      </pc:sldChg>
      <pc:sldChg chg="del">
        <pc:chgData name="Michael Stahl" userId="1bd406a94c0b4a41" providerId="LiveId" clId="{06F263C8-35B2-477E-9931-FD30AF4771AB}" dt="2026-08-06T12:04:14.934" v="0" actId="18676"/>
        <pc:sldMkLst>
          <pc:docMk/>
          <pc:sldMk cId="631019102" sldId="690"/>
        </pc:sldMkLst>
      </pc:sldChg>
      <pc:sldChg chg="del">
        <pc:chgData name="Michael Stahl" userId="1bd406a94c0b4a41" providerId="LiveId" clId="{06F263C8-35B2-477E-9931-FD30AF4771AB}" dt="2026-08-06T12:04:14.934" v="0" actId="18676"/>
        <pc:sldMkLst>
          <pc:docMk/>
          <pc:sldMk cId="875930948" sldId="691"/>
        </pc:sldMkLst>
      </pc:sldChg>
      <pc:sldChg chg="del">
        <pc:chgData name="Michael Stahl" userId="1bd406a94c0b4a41" providerId="LiveId" clId="{06F263C8-35B2-477E-9931-FD30AF4771AB}" dt="2026-08-06T12:05:18.238" v="3" actId="47"/>
        <pc:sldMkLst>
          <pc:docMk/>
          <pc:sldMk cId="2697469915" sldId="705"/>
        </pc:sldMkLst>
      </pc:sldChg>
      <pc:sldChg chg="del">
        <pc:chgData name="Michael Stahl" userId="1bd406a94c0b4a41" providerId="LiveId" clId="{06F263C8-35B2-477E-9931-FD30AF4771AB}" dt="2026-08-06T12:04:14.934" v="0" actId="18676"/>
        <pc:sldMkLst>
          <pc:docMk/>
          <pc:sldMk cId="2635785482" sldId="721"/>
        </pc:sldMkLst>
      </pc:sldChg>
      <pc:sldChg chg="add del">
        <pc:chgData name="Michael Stahl" userId="1bd406a94c0b4a41" providerId="LiveId" clId="{06F263C8-35B2-477E-9931-FD30AF4771AB}" dt="2026-08-06T12:06:41.539" v="9"/>
        <pc:sldMkLst>
          <pc:docMk/>
          <pc:sldMk cId="1760791162" sldId="726"/>
        </pc:sldMkLst>
      </pc:sldChg>
      <pc:sldChg chg="del">
        <pc:chgData name="Michael Stahl" userId="1bd406a94c0b4a41" providerId="LiveId" clId="{06F263C8-35B2-477E-9931-FD30AF4771AB}" dt="2026-08-06T12:05:18.238" v="3" actId="47"/>
        <pc:sldMkLst>
          <pc:docMk/>
          <pc:sldMk cId="1083206063" sldId="738"/>
        </pc:sldMkLst>
      </pc:sldChg>
      <pc:sldChg chg="del">
        <pc:chgData name="Michael Stahl" userId="1bd406a94c0b4a41" providerId="LiveId" clId="{06F263C8-35B2-477E-9931-FD30AF4771AB}" dt="2026-08-06T12:04:14.934" v="0" actId="18676"/>
        <pc:sldMkLst>
          <pc:docMk/>
          <pc:sldMk cId="527389184" sldId="743"/>
        </pc:sldMkLst>
      </pc:sldChg>
      <pc:sldChg chg="modSp mod">
        <pc:chgData name="Michael Stahl" userId="1bd406a94c0b4a41" providerId="LiveId" clId="{06F263C8-35B2-477E-9931-FD30AF4771AB}" dt="2026-08-07T09:38:38.771" v="12" actId="113"/>
        <pc:sldMkLst>
          <pc:docMk/>
          <pc:sldMk cId="1593431386" sldId="1030"/>
        </pc:sldMkLst>
        <pc:spChg chg="mod">
          <ac:chgData name="Michael Stahl" userId="1bd406a94c0b4a41" providerId="LiveId" clId="{06F263C8-35B2-477E-9931-FD30AF4771AB}" dt="2026-08-07T09:38:38.771" v="12" actId="113"/>
          <ac:spMkLst>
            <pc:docMk/>
            <pc:sldMk cId="1593431386" sldId="1030"/>
            <ac:spMk id="6" creationId="{6E25DE40-5DBD-368B-B3AC-C8626CF66880}"/>
          </ac:spMkLst>
        </pc:spChg>
      </pc:sldChg>
      <pc:sldChg chg="del">
        <pc:chgData name="Michael Stahl" userId="1bd406a94c0b4a41" providerId="LiveId" clId="{06F263C8-35B2-477E-9931-FD30AF4771AB}" dt="2026-08-06T12:04:14.934" v="0" actId="18676"/>
        <pc:sldMkLst>
          <pc:docMk/>
          <pc:sldMk cId="1082997404" sldId="1031"/>
        </pc:sldMkLst>
      </pc:sldChg>
      <pc:sldChg chg="del">
        <pc:chgData name="Michael Stahl" userId="1bd406a94c0b4a41" providerId="LiveId" clId="{06F263C8-35B2-477E-9931-FD30AF4771AB}" dt="2026-08-06T12:04:14.934" v="0" actId="18676"/>
        <pc:sldMkLst>
          <pc:docMk/>
          <pc:sldMk cId="2474749597" sldId="1032"/>
        </pc:sldMkLst>
      </pc:sldChg>
      <pc:sldChg chg="del">
        <pc:chgData name="Michael Stahl" userId="1bd406a94c0b4a41" providerId="LiveId" clId="{06F263C8-35B2-477E-9931-FD30AF4771AB}" dt="2026-08-06T12:04:14.934" v="0" actId="18676"/>
        <pc:sldMkLst>
          <pc:docMk/>
          <pc:sldMk cId="1138446296" sldId="1033"/>
        </pc:sldMkLst>
      </pc:sldChg>
      <pc:sldChg chg="del">
        <pc:chgData name="Michael Stahl" userId="1bd406a94c0b4a41" providerId="LiveId" clId="{06F263C8-35B2-477E-9931-FD30AF4771AB}" dt="2026-08-06T12:04:14.934" v="0" actId="18676"/>
        <pc:sldMkLst>
          <pc:docMk/>
          <pc:sldMk cId="3490760238" sldId="1034"/>
        </pc:sldMkLst>
      </pc:sldChg>
      <pc:sldChg chg="del">
        <pc:chgData name="Michael Stahl" userId="1bd406a94c0b4a41" providerId="LiveId" clId="{06F263C8-35B2-477E-9931-FD30AF4771AB}" dt="2026-08-06T12:04:14.934" v="0" actId="18676"/>
        <pc:sldMkLst>
          <pc:docMk/>
          <pc:sldMk cId="829199202" sldId="1035"/>
        </pc:sldMkLst>
      </pc:sldChg>
      <pc:sldChg chg="del">
        <pc:chgData name="Michael Stahl" userId="1bd406a94c0b4a41" providerId="LiveId" clId="{06F263C8-35B2-477E-9931-FD30AF4771AB}" dt="2026-08-06T12:04:14.934" v="0" actId="18676"/>
        <pc:sldMkLst>
          <pc:docMk/>
          <pc:sldMk cId="3691033362" sldId="1036"/>
        </pc:sldMkLst>
      </pc:sldChg>
      <pc:sldChg chg="del">
        <pc:chgData name="Michael Stahl" userId="1bd406a94c0b4a41" providerId="LiveId" clId="{06F263C8-35B2-477E-9931-FD30AF4771AB}" dt="2026-08-06T12:04:14.934" v="0" actId="18676"/>
        <pc:sldMkLst>
          <pc:docMk/>
          <pc:sldMk cId="1068983138" sldId="1038"/>
        </pc:sldMkLst>
      </pc:sldChg>
      <pc:sldChg chg="del">
        <pc:chgData name="Michael Stahl" userId="1bd406a94c0b4a41" providerId="LiveId" clId="{06F263C8-35B2-477E-9931-FD30AF4771AB}" dt="2026-08-06T12:04:14.934" v="0" actId="18676"/>
        <pc:sldMkLst>
          <pc:docMk/>
          <pc:sldMk cId="1353304739" sldId="1039"/>
        </pc:sldMkLst>
      </pc:sldChg>
      <pc:sldChg chg="del">
        <pc:chgData name="Michael Stahl" userId="1bd406a94c0b4a41" providerId="LiveId" clId="{06F263C8-35B2-477E-9931-FD30AF4771AB}" dt="2026-08-06T12:04:55.432" v="2" actId="18676"/>
        <pc:sldMkLst>
          <pc:docMk/>
          <pc:sldMk cId="2180955923" sldId="1040"/>
        </pc:sldMkLst>
      </pc:sldChg>
      <pc:sldChg chg="del">
        <pc:chgData name="Michael Stahl" userId="1bd406a94c0b4a41" providerId="LiveId" clId="{06F263C8-35B2-477E-9931-FD30AF4771AB}" dt="2026-08-06T12:04:55.432" v="2" actId="18676"/>
        <pc:sldMkLst>
          <pc:docMk/>
          <pc:sldMk cId="3944008753" sldId="1041"/>
        </pc:sldMkLst>
      </pc:sldChg>
      <pc:sldChg chg="del">
        <pc:chgData name="Michael Stahl" userId="1bd406a94c0b4a41" providerId="LiveId" clId="{06F263C8-35B2-477E-9931-FD30AF4771AB}" dt="2026-08-06T12:05:18.238" v="3" actId="47"/>
        <pc:sldMkLst>
          <pc:docMk/>
          <pc:sldMk cId="2996188606" sldId="1042"/>
        </pc:sldMkLst>
      </pc:sldChg>
      <pc:sldChg chg="del">
        <pc:chgData name="Michael Stahl" userId="1bd406a94c0b4a41" providerId="LiveId" clId="{06F263C8-35B2-477E-9931-FD30AF4771AB}" dt="2026-08-06T12:05:18.238" v="3" actId="47"/>
        <pc:sldMkLst>
          <pc:docMk/>
          <pc:sldMk cId="2986423161" sldId="1043"/>
        </pc:sldMkLst>
      </pc:sldChg>
      <pc:sldChg chg="del">
        <pc:chgData name="Michael Stahl" userId="1bd406a94c0b4a41" providerId="LiveId" clId="{06F263C8-35B2-477E-9931-FD30AF4771AB}" dt="2026-08-06T12:05:18.238" v="3" actId="47"/>
        <pc:sldMkLst>
          <pc:docMk/>
          <pc:sldMk cId="3447292543" sldId="1044"/>
        </pc:sldMkLst>
      </pc:sldChg>
      <pc:sldChg chg="del">
        <pc:chgData name="Michael Stahl" userId="1bd406a94c0b4a41" providerId="LiveId" clId="{06F263C8-35B2-477E-9931-FD30AF4771AB}" dt="2026-08-06T12:05:18.238" v="3" actId="47"/>
        <pc:sldMkLst>
          <pc:docMk/>
          <pc:sldMk cId="3498579079" sldId="1045"/>
        </pc:sldMkLst>
      </pc:sldChg>
      <pc:sldChg chg="del">
        <pc:chgData name="Michael Stahl" userId="1bd406a94c0b4a41" providerId="LiveId" clId="{06F263C8-35B2-477E-9931-FD30AF4771AB}" dt="2026-08-06T12:05:18.238" v="3" actId="47"/>
        <pc:sldMkLst>
          <pc:docMk/>
          <pc:sldMk cId="198410136" sldId="104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1" name="Google Shape;3861;g35f391192_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L"/>
          </a:p>
        </p:txBody>
      </p:sp>
      <p:sp>
        <p:nvSpPr>
          <p:cNvPr id="3862" name="Google Shape;3862;g35f391192_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US" dirty="0"/>
              <a:t>Stop after ~10 minutes to discuss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6181040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F9D3E-7EC9-07BF-3C9F-A004799F7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D67E4F-4CF8-4F10-F24A-CEB2CD5C6E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72AFBD-8477-2B10-9B65-EF4028CF37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US" dirty="0"/>
              <a:t>Stop after ~10 minutes to discuss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3061249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2">
          <a:extLst>
            <a:ext uri="{FF2B5EF4-FFF2-40B4-BE49-F238E27FC236}">
              <a16:creationId xmlns:a16="http://schemas.microsoft.com/office/drawing/2014/main" id="{DCB00C5A-D595-AB6F-2887-D9F72E369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3" name="Google Shape;4043;g35ed75ccf_0134:notes">
            <a:extLst>
              <a:ext uri="{FF2B5EF4-FFF2-40B4-BE49-F238E27FC236}">
                <a16:creationId xmlns:a16="http://schemas.microsoft.com/office/drawing/2014/main" id="{AAEEAB1A-27FA-DD64-5EC2-C6A10F2CDC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4" name="Google Shape;4044;g35ed75ccf_0134:notes">
            <a:extLst>
              <a:ext uri="{FF2B5EF4-FFF2-40B4-BE49-F238E27FC236}">
                <a16:creationId xmlns:a16="http://schemas.microsoft.com/office/drawing/2014/main" id="{0ADBE3E8-2BF9-1E59-AD2A-29490C2E37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371741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 preserve="1">
  <p:cSld name="1_Subtitle"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3"/>
          <p:cNvSpPr txBox="1">
            <a:spLocks noGrp="1"/>
          </p:cNvSpPr>
          <p:nvPr>
            <p:ph type="ctrTitle"/>
          </p:nvPr>
        </p:nvSpPr>
        <p:spPr>
          <a:xfrm>
            <a:off x="743758" y="683009"/>
            <a:ext cx="52689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28" name="Google Shape;528;p3"/>
          <p:cNvSpPr txBox="1">
            <a:spLocks noGrp="1"/>
          </p:cNvSpPr>
          <p:nvPr>
            <p:ph type="subTitle" idx="1"/>
          </p:nvPr>
        </p:nvSpPr>
        <p:spPr>
          <a:xfrm>
            <a:off x="743758" y="2155416"/>
            <a:ext cx="5268900" cy="1046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80BFB7"/>
              </a:buClr>
              <a:buSzPts val="2400"/>
              <a:buNone/>
              <a:defRPr sz="1800">
                <a:solidFill>
                  <a:schemeClr val="accent1">
                    <a:lumMod val="75000"/>
                  </a:schemeClr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80BFB7"/>
              </a:buClr>
              <a:buSzPts val="3000"/>
              <a:buNone/>
              <a:defRPr sz="3000">
                <a:solidFill>
                  <a:srgbClr val="80BFB7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80BFB7"/>
              </a:buClr>
              <a:buSzPts val="3000"/>
              <a:buNone/>
              <a:defRPr sz="3000">
                <a:solidFill>
                  <a:srgbClr val="80BFB7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80BFB7"/>
              </a:buClr>
              <a:buSzPts val="3000"/>
              <a:buNone/>
              <a:defRPr sz="3000">
                <a:solidFill>
                  <a:srgbClr val="80BFB7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80BFB7"/>
              </a:buClr>
              <a:buSzPts val="3000"/>
              <a:buNone/>
              <a:defRPr sz="3000">
                <a:solidFill>
                  <a:srgbClr val="80BFB7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80BFB7"/>
              </a:buClr>
              <a:buSzPts val="3000"/>
              <a:buNone/>
              <a:defRPr sz="3000">
                <a:solidFill>
                  <a:srgbClr val="80BFB7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80BFB7"/>
              </a:buClr>
              <a:buSzPts val="3000"/>
              <a:buNone/>
              <a:defRPr sz="3000">
                <a:solidFill>
                  <a:srgbClr val="80BFB7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80BFB7"/>
              </a:buClr>
              <a:buSzPts val="3000"/>
              <a:buNone/>
              <a:defRPr sz="3000">
                <a:solidFill>
                  <a:srgbClr val="80BFB7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80BFB7"/>
              </a:buClr>
              <a:buSzPts val="3000"/>
              <a:buNone/>
              <a:defRPr sz="3000">
                <a:solidFill>
                  <a:srgbClr val="80BFB7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grpSp>
        <p:nvGrpSpPr>
          <p:cNvPr id="529" name="Google Shape;529;p3"/>
          <p:cNvGrpSpPr/>
          <p:nvPr/>
        </p:nvGrpSpPr>
        <p:grpSpPr>
          <a:xfrm rot="10800000">
            <a:off x="8705367" y="38264"/>
            <a:ext cx="410132" cy="6781736"/>
            <a:chOff x="836200" y="238125"/>
            <a:chExt cx="422425" cy="5238750"/>
          </a:xfrm>
        </p:grpSpPr>
        <p:sp>
          <p:nvSpPr>
            <p:cNvPr id="530" name="Google Shape;530;p3"/>
            <p:cNvSpPr/>
            <p:nvPr/>
          </p:nvSpPr>
          <p:spPr>
            <a:xfrm>
              <a:off x="83620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1" name="Google Shape;531;p3"/>
            <p:cNvSpPr/>
            <p:nvPr/>
          </p:nvSpPr>
          <p:spPr>
            <a:xfrm>
              <a:off x="8362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2" name="Google Shape;532;p3"/>
            <p:cNvSpPr/>
            <p:nvPr/>
          </p:nvSpPr>
          <p:spPr>
            <a:xfrm>
              <a:off x="83620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3" name="Google Shape;533;p3"/>
            <p:cNvSpPr/>
            <p:nvPr/>
          </p:nvSpPr>
          <p:spPr>
            <a:xfrm>
              <a:off x="8362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4" name="Google Shape;534;p3"/>
            <p:cNvSpPr/>
            <p:nvPr/>
          </p:nvSpPr>
          <p:spPr>
            <a:xfrm>
              <a:off x="83620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5" name="Google Shape;535;p3"/>
            <p:cNvSpPr/>
            <p:nvPr/>
          </p:nvSpPr>
          <p:spPr>
            <a:xfrm>
              <a:off x="8362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6" name="Google Shape;536;p3"/>
            <p:cNvSpPr/>
            <p:nvPr/>
          </p:nvSpPr>
          <p:spPr>
            <a:xfrm>
              <a:off x="83620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7" name="Google Shape;537;p3"/>
            <p:cNvSpPr/>
            <p:nvPr/>
          </p:nvSpPr>
          <p:spPr>
            <a:xfrm>
              <a:off x="8362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8" name="Google Shape;538;p3"/>
            <p:cNvSpPr/>
            <p:nvPr/>
          </p:nvSpPr>
          <p:spPr>
            <a:xfrm>
              <a:off x="83620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9" name="Google Shape;539;p3"/>
            <p:cNvSpPr/>
            <p:nvPr/>
          </p:nvSpPr>
          <p:spPr>
            <a:xfrm>
              <a:off x="83620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0" name="Google Shape;540;p3"/>
            <p:cNvSpPr/>
            <p:nvPr/>
          </p:nvSpPr>
          <p:spPr>
            <a:xfrm>
              <a:off x="83620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1" name="Google Shape;541;p3"/>
            <p:cNvSpPr/>
            <p:nvPr/>
          </p:nvSpPr>
          <p:spPr>
            <a:xfrm>
              <a:off x="83620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2" name="Google Shape;542;p3"/>
            <p:cNvSpPr/>
            <p:nvPr/>
          </p:nvSpPr>
          <p:spPr>
            <a:xfrm>
              <a:off x="8362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3" name="Google Shape;543;p3"/>
            <p:cNvSpPr/>
            <p:nvPr/>
          </p:nvSpPr>
          <p:spPr>
            <a:xfrm>
              <a:off x="83620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4" name="Google Shape;544;p3"/>
            <p:cNvSpPr/>
            <p:nvPr/>
          </p:nvSpPr>
          <p:spPr>
            <a:xfrm>
              <a:off x="83620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5" name="Google Shape;545;p3"/>
            <p:cNvSpPr/>
            <p:nvPr/>
          </p:nvSpPr>
          <p:spPr>
            <a:xfrm>
              <a:off x="83620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6" name="Google Shape;546;p3"/>
            <p:cNvSpPr/>
            <p:nvPr/>
          </p:nvSpPr>
          <p:spPr>
            <a:xfrm>
              <a:off x="8362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7" name="Google Shape;547;p3"/>
            <p:cNvSpPr/>
            <p:nvPr/>
          </p:nvSpPr>
          <p:spPr>
            <a:xfrm>
              <a:off x="8362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8" name="Google Shape;548;p3"/>
            <p:cNvSpPr/>
            <p:nvPr/>
          </p:nvSpPr>
          <p:spPr>
            <a:xfrm>
              <a:off x="83620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9" name="Google Shape;549;p3"/>
            <p:cNvSpPr/>
            <p:nvPr/>
          </p:nvSpPr>
          <p:spPr>
            <a:xfrm>
              <a:off x="83620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0" name="Google Shape;550;p3"/>
            <p:cNvSpPr/>
            <p:nvPr/>
          </p:nvSpPr>
          <p:spPr>
            <a:xfrm>
              <a:off x="83620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1" name="Google Shape;551;p3"/>
            <p:cNvSpPr/>
            <p:nvPr/>
          </p:nvSpPr>
          <p:spPr>
            <a:xfrm>
              <a:off x="83620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2" name="Google Shape;552;p3"/>
            <p:cNvSpPr/>
            <p:nvPr/>
          </p:nvSpPr>
          <p:spPr>
            <a:xfrm>
              <a:off x="83620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3" name="Google Shape;553;p3"/>
            <p:cNvSpPr/>
            <p:nvPr/>
          </p:nvSpPr>
          <p:spPr>
            <a:xfrm>
              <a:off x="8362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4" name="Google Shape;554;p3"/>
            <p:cNvSpPr/>
            <p:nvPr/>
          </p:nvSpPr>
          <p:spPr>
            <a:xfrm>
              <a:off x="83620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5" name="Google Shape;555;p3"/>
            <p:cNvSpPr/>
            <p:nvPr/>
          </p:nvSpPr>
          <p:spPr>
            <a:xfrm>
              <a:off x="83620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6" name="Google Shape;556;p3"/>
            <p:cNvSpPr/>
            <p:nvPr/>
          </p:nvSpPr>
          <p:spPr>
            <a:xfrm>
              <a:off x="83620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7" name="Google Shape;557;p3"/>
            <p:cNvSpPr/>
            <p:nvPr/>
          </p:nvSpPr>
          <p:spPr>
            <a:xfrm>
              <a:off x="83620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8" name="Google Shape;558;p3"/>
            <p:cNvSpPr/>
            <p:nvPr/>
          </p:nvSpPr>
          <p:spPr>
            <a:xfrm>
              <a:off x="83620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9" name="Google Shape;559;p3"/>
            <p:cNvSpPr/>
            <p:nvPr/>
          </p:nvSpPr>
          <p:spPr>
            <a:xfrm>
              <a:off x="8362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0" name="Google Shape;560;p3"/>
            <p:cNvSpPr/>
            <p:nvPr/>
          </p:nvSpPr>
          <p:spPr>
            <a:xfrm>
              <a:off x="83620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1" name="Google Shape;561;p3"/>
            <p:cNvSpPr/>
            <p:nvPr/>
          </p:nvSpPr>
          <p:spPr>
            <a:xfrm>
              <a:off x="8362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2" name="Google Shape;562;p3"/>
            <p:cNvSpPr/>
            <p:nvPr/>
          </p:nvSpPr>
          <p:spPr>
            <a:xfrm>
              <a:off x="83620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3" name="Google Shape;563;p3"/>
            <p:cNvSpPr/>
            <p:nvPr/>
          </p:nvSpPr>
          <p:spPr>
            <a:xfrm>
              <a:off x="83620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4" name="Google Shape;564;p3"/>
            <p:cNvSpPr/>
            <p:nvPr/>
          </p:nvSpPr>
          <p:spPr>
            <a:xfrm>
              <a:off x="83620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5" name="Google Shape;565;p3"/>
            <p:cNvSpPr/>
            <p:nvPr/>
          </p:nvSpPr>
          <p:spPr>
            <a:xfrm>
              <a:off x="9867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6" name="Google Shape;566;p3"/>
            <p:cNvSpPr/>
            <p:nvPr/>
          </p:nvSpPr>
          <p:spPr>
            <a:xfrm>
              <a:off x="98670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7" name="Google Shape;567;p3"/>
            <p:cNvSpPr/>
            <p:nvPr/>
          </p:nvSpPr>
          <p:spPr>
            <a:xfrm>
              <a:off x="98670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8" name="Google Shape;568;p3"/>
            <p:cNvSpPr/>
            <p:nvPr/>
          </p:nvSpPr>
          <p:spPr>
            <a:xfrm>
              <a:off x="98670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9" name="Google Shape;569;p3"/>
            <p:cNvSpPr/>
            <p:nvPr/>
          </p:nvSpPr>
          <p:spPr>
            <a:xfrm>
              <a:off x="9867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0" name="Google Shape;570;p3"/>
            <p:cNvSpPr/>
            <p:nvPr/>
          </p:nvSpPr>
          <p:spPr>
            <a:xfrm>
              <a:off x="98670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1" name="Google Shape;571;p3"/>
            <p:cNvSpPr/>
            <p:nvPr/>
          </p:nvSpPr>
          <p:spPr>
            <a:xfrm>
              <a:off x="98670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2" name="Google Shape;572;p3"/>
            <p:cNvSpPr/>
            <p:nvPr/>
          </p:nvSpPr>
          <p:spPr>
            <a:xfrm>
              <a:off x="98670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3" name="Google Shape;573;p3"/>
            <p:cNvSpPr/>
            <p:nvPr/>
          </p:nvSpPr>
          <p:spPr>
            <a:xfrm>
              <a:off x="98670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4" name="Google Shape;574;p3"/>
            <p:cNvSpPr/>
            <p:nvPr/>
          </p:nvSpPr>
          <p:spPr>
            <a:xfrm>
              <a:off x="98670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5" name="Google Shape;575;p3"/>
            <p:cNvSpPr/>
            <p:nvPr/>
          </p:nvSpPr>
          <p:spPr>
            <a:xfrm>
              <a:off x="9867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6" name="Google Shape;576;p3"/>
            <p:cNvSpPr/>
            <p:nvPr/>
          </p:nvSpPr>
          <p:spPr>
            <a:xfrm>
              <a:off x="98670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7" name="Google Shape;577;p3"/>
            <p:cNvSpPr/>
            <p:nvPr/>
          </p:nvSpPr>
          <p:spPr>
            <a:xfrm>
              <a:off x="98670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8" name="Google Shape;578;p3"/>
            <p:cNvSpPr/>
            <p:nvPr/>
          </p:nvSpPr>
          <p:spPr>
            <a:xfrm>
              <a:off x="98670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9" name="Google Shape;579;p3"/>
            <p:cNvSpPr/>
            <p:nvPr/>
          </p:nvSpPr>
          <p:spPr>
            <a:xfrm>
              <a:off x="9867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0" name="Google Shape;580;p3"/>
            <p:cNvSpPr/>
            <p:nvPr/>
          </p:nvSpPr>
          <p:spPr>
            <a:xfrm>
              <a:off x="98670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1" name="Google Shape;581;p3"/>
            <p:cNvSpPr/>
            <p:nvPr/>
          </p:nvSpPr>
          <p:spPr>
            <a:xfrm>
              <a:off x="98670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2" name="Google Shape;582;p3"/>
            <p:cNvSpPr/>
            <p:nvPr/>
          </p:nvSpPr>
          <p:spPr>
            <a:xfrm>
              <a:off x="98670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3" name="Google Shape;583;p3"/>
            <p:cNvSpPr/>
            <p:nvPr/>
          </p:nvSpPr>
          <p:spPr>
            <a:xfrm>
              <a:off x="98670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4" name="Google Shape;584;p3"/>
            <p:cNvSpPr/>
            <p:nvPr/>
          </p:nvSpPr>
          <p:spPr>
            <a:xfrm>
              <a:off x="9867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5" name="Google Shape;585;p3"/>
            <p:cNvSpPr/>
            <p:nvPr/>
          </p:nvSpPr>
          <p:spPr>
            <a:xfrm>
              <a:off x="9867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6" name="Google Shape;586;p3"/>
            <p:cNvSpPr/>
            <p:nvPr/>
          </p:nvSpPr>
          <p:spPr>
            <a:xfrm>
              <a:off x="98670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7" name="Google Shape;587;p3"/>
            <p:cNvSpPr/>
            <p:nvPr/>
          </p:nvSpPr>
          <p:spPr>
            <a:xfrm>
              <a:off x="98670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8" name="Google Shape;588;p3"/>
            <p:cNvSpPr/>
            <p:nvPr/>
          </p:nvSpPr>
          <p:spPr>
            <a:xfrm>
              <a:off x="1137200" y="2381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9" name="Google Shape;589;p3"/>
            <p:cNvSpPr/>
            <p:nvPr/>
          </p:nvSpPr>
          <p:spPr>
            <a:xfrm>
              <a:off x="1137200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0" name="Google Shape;590;p3"/>
            <p:cNvSpPr/>
            <p:nvPr/>
          </p:nvSpPr>
          <p:spPr>
            <a:xfrm>
              <a:off x="1137200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1" name="Google Shape;591;p3"/>
            <p:cNvSpPr/>
            <p:nvPr/>
          </p:nvSpPr>
          <p:spPr>
            <a:xfrm>
              <a:off x="1137200" y="11411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2" name="Google Shape;592;p3"/>
            <p:cNvSpPr/>
            <p:nvPr/>
          </p:nvSpPr>
          <p:spPr>
            <a:xfrm>
              <a:off x="1137200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3" name="Google Shape;593;p3"/>
            <p:cNvSpPr/>
            <p:nvPr/>
          </p:nvSpPr>
          <p:spPr>
            <a:xfrm>
              <a:off x="1137200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4" name="Google Shape;594;p3"/>
            <p:cNvSpPr/>
            <p:nvPr/>
          </p:nvSpPr>
          <p:spPr>
            <a:xfrm>
              <a:off x="1137200" y="21947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5" name="Google Shape;595;p3"/>
            <p:cNvSpPr/>
            <p:nvPr/>
          </p:nvSpPr>
          <p:spPr>
            <a:xfrm>
              <a:off x="1137200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6" name="Google Shape;596;p3"/>
            <p:cNvSpPr/>
            <p:nvPr/>
          </p:nvSpPr>
          <p:spPr>
            <a:xfrm>
              <a:off x="1137200" y="24957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7" name="Google Shape;597;p3"/>
            <p:cNvSpPr/>
            <p:nvPr/>
          </p:nvSpPr>
          <p:spPr>
            <a:xfrm>
              <a:off x="1137200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8" name="Google Shape;598;p3"/>
            <p:cNvSpPr/>
            <p:nvPr/>
          </p:nvSpPr>
          <p:spPr>
            <a:xfrm>
              <a:off x="1137200" y="29473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9" name="Google Shape;599;p3"/>
            <p:cNvSpPr/>
            <p:nvPr/>
          </p:nvSpPr>
          <p:spPr>
            <a:xfrm>
              <a:off x="1137200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0" name="Google Shape;600;p3"/>
            <p:cNvSpPr/>
            <p:nvPr/>
          </p:nvSpPr>
          <p:spPr>
            <a:xfrm>
              <a:off x="1137200" y="33988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1" name="Google Shape;601;p3"/>
            <p:cNvSpPr/>
            <p:nvPr/>
          </p:nvSpPr>
          <p:spPr>
            <a:xfrm>
              <a:off x="1137200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2" name="Google Shape;602;p3"/>
            <p:cNvSpPr/>
            <p:nvPr/>
          </p:nvSpPr>
          <p:spPr>
            <a:xfrm>
              <a:off x="1137200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3" name="Google Shape;603;p3"/>
            <p:cNvSpPr/>
            <p:nvPr/>
          </p:nvSpPr>
          <p:spPr>
            <a:xfrm>
              <a:off x="1137200" y="40008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4" name="Google Shape;604;p3"/>
            <p:cNvSpPr/>
            <p:nvPr/>
          </p:nvSpPr>
          <p:spPr>
            <a:xfrm>
              <a:off x="1137200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5" name="Google Shape;605;p3"/>
            <p:cNvSpPr/>
            <p:nvPr/>
          </p:nvSpPr>
          <p:spPr>
            <a:xfrm>
              <a:off x="1137200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6" name="Google Shape;606;p3"/>
            <p:cNvSpPr/>
            <p:nvPr/>
          </p:nvSpPr>
          <p:spPr>
            <a:xfrm>
              <a:off x="1137200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7" name="Google Shape;607;p3"/>
            <p:cNvSpPr/>
            <p:nvPr/>
          </p:nvSpPr>
          <p:spPr>
            <a:xfrm>
              <a:off x="1137200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8" name="Google Shape;608;p3"/>
            <p:cNvSpPr/>
            <p:nvPr/>
          </p:nvSpPr>
          <p:spPr>
            <a:xfrm>
              <a:off x="1137200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9" name="Google Shape;609;p3"/>
            <p:cNvSpPr/>
            <p:nvPr/>
          </p:nvSpPr>
          <p:spPr>
            <a:xfrm>
              <a:off x="1137200" y="53554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  <p:grpSp>
        <p:nvGrpSpPr>
          <p:cNvPr id="610" name="Google Shape;610;p3"/>
          <p:cNvGrpSpPr/>
          <p:nvPr/>
        </p:nvGrpSpPr>
        <p:grpSpPr>
          <a:xfrm rot="10800000">
            <a:off x="6659535" y="38264"/>
            <a:ext cx="2309844" cy="6781736"/>
            <a:chOff x="986700" y="238125"/>
            <a:chExt cx="2379075" cy="5238750"/>
          </a:xfrm>
        </p:grpSpPr>
        <p:sp>
          <p:nvSpPr>
            <p:cNvPr id="611" name="Google Shape;611;p3"/>
            <p:cNvSpPr/>
            <p:nvPr/>
          </p:nvSpPr>
          <p:spPr>
            <a:xfrm>
              <a:off x="98670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12" name="Google Shape;612;p3"/>
            <p:cNvSpPr/>
            <p:nvPr/>
          </p:nvSpPr>
          <p:spPr>
            <a:xfrm>
              <a:off x="9867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13" name="Google Shape;613;p3"/>
            <p:cNvSpPr/>
            <p:nvPr/>
          </p:nvSpPr>
          <p:spPr>
            <a:xfrm>
              <a:off x="9867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14" name="Google Shape;614;p3"/>
            <p:cNvSpPr/>
            <p:nvPr/>
          </p:nvSpPr>
          <p:spPr>
            <a:xfrm>
              <a:off x="98670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15" name="Google Shape;615;p3"/>
            <p:cNvSpPr/>
            <p:nvPr/>
          </p:nvSpPr>
          <p:spPr>
            <a:xfrm>
              <a:off x="98670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16" name="Google Shape;616;p3"/>
            <p:cNvSpPr/>
            <p:nvPr/>
          </p:nvSpPr>
          <p:spPr>
            <a:xfrm>
              <a:off x="9867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17" name="Google Shape;617;p3"/>
            <p:cNvSpPr/>
            <p:nvPr/>
          </p:nvSpPr>
          <p:spPr>
            <a:xfrm>
              <a:off x="9867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18" name="Google Shape;618;p3"/>
            <p:cNvSpPr/>
            <p:nvPr/>
          </p:nvSpPr>
          <p:spPr>
            <a:xfrm>
              <a:off x="98670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19" name="Google Shape;619;p3"/>
            <p:cNvSpPr/>
            <p:nvPr/>
          </p:nvSpPr>
          <p:spPr>
            <a:xfrm>
              <a:off x="98670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0" name="Google Shape;620;p3"/>
            <p:cNvSpPr/>
            <p:nvPr/>
          </p:nvSpPr>
          <p:spPr>
            <a:xfrm>
              <a:off x="98670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1" name="Google Shape;621;p3"/>
            <p:cNvSpPr/>
            <p:nvPr/>
          </p:nvSpPr>
          <p:spPr>
            <a:xfrm>
              <a:off x="98670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2" name="Google Shape;622;p3"/>
            <p:cNvSpPr/>
            <p:nvPr/>
          </p:nvSpPr>
          <p:spPr>
            <a:xfrm>
              <a:off x="98670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3" name="Google Shape;623;p3"/>
            <p:cNvSpPr/>
            <p:nvPr/>
          </p:nvSpPr>
          <p:spPr>
            <a:xfrm>
              <a:off x="1137200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4" name="Google Shape;624;p3"/>
            <p:cNvSpPr/>
            <p:nvPr/>
          </p:nvSpPr>
          <p:spPr>
            <a:xfrm>
              <a:off x="1137200" y="6896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5" name="Google Shape;625;p3"/>
            <p:cNvSpPr/>
            <p:nvPr/>
          </p:nvSpPr>
          <p:spPr>
            <a:xfrm>
              <a:off x="1137200" y="8401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6" name="Google Shape;626;p3"/>
            <p:cNvSpPr/>
            <p:nvPr/>
          </p:nvSpPr>
          <p:spPr>
            <a:xfrm>
              <a:off x="1137200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7" name="Google Shape;627;p3"/>
            <p:cNvSpPr/>
            <p:nvPr/>
          </p:nvSpPr>
          <p:spPr>
            <a:xfrm>
              <a:off x="1137200" y="17432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8" name="Google Shape;628;p3"/>
            <p:cNvSpPr/>
            <p:nvPr/>
          </p:nvSpPr>
          <p:spPr>
            <a:xfrm>
              <a:off x="1137200" y="18937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9" name="Google Shape;629;p3"/>
            <p:cNvSpPr/>
            <p:nvPr/>
          </p:nvSpPr>
          <p:spPr>
            <a:xfrm>
              <a:off x="1137200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0" name="Google Shape;630;p3"/>
            <p:cNvSpPr/>
            <p:nvPr/>
          </p:nvSpPr>
          <p:spPr>
            <a:xfrm>
              <a:off x="1137200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1" name="Google Shape;631;p3"/>
            <p:cNvSpPr/>
            <p:nvPr/>
          </p:nvSpPr>
          <p:spPr>
            <a:xfrm>
              <a:off x="1137200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2" name="Google Shape;632;p3"/>
            <p:cNvSpPr/>
            <p:nvPr/>
          </p:nvSpPr>
          <p:spPr>
            <a:xfrm>
              <a:off x="1137200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3" name="Google Shape;633;p3"/>
            <p:cNvSpPr/>
            <p:nvPr/>
          </p:nvSpPr>
          <p:spPr>
            <a:xfrm>
              <a:off x="1137200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4" name="Google Shape;634;p3"/>
            <p:cNvSpPr/>
            <p:nvPr/>
          </p:nvSpPr>
          <p:spPr>
            <a:xfrm>
              <a:off x="1137200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5" name="Google Shape;635;p3"/>
            <p:cNvSpPr/>
            <p:nvPr/>
          </p:nvSpPr>
          <p:spPr>
            <a:xfrm>
              <a:off x="1137200" y="49039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6" name="Google Shape;636;p3"/>
            <p:cNvSpPr/>
            <p:nvPr/>
          </p:nvSpPr>
          <p:spPr>
            <a:xfrm>
              <a:off x="12877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7" name="Google Shape;637;p3"/>
            <p:cNvSpPr/>
            <p:nvPr/>
          </p:nvSpPr>
          <p:spPr>
            <a:xfrm>
              <a:off x="12877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8" name="Google Shape;638;p3"/>
            <p:cNvSpPr/>
            <p:nvPr/>
          </p:nvSpPr>
          <p:spPr>
            <a:xfrm>
              <a:off x="12877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9" name="Google Shape;639;p3"/>
            <p:cNvSpPr/>
            <p:nvPr/>
          </p:nvSpPr>
          <p:spPr>
            <a:xfrm>
              <a:off x="12877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0" name="Google Shape;640;p3"/>
            <p:cNvSpPr/>
            <p:nvPr/>
          </p:nvSpPr>
          <p:spPr>
            <a:xfrm>
              <a:off x="12877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1" name="Google Shape;641;p3"/>
            <p:cNvSpPr/>
            <p:nvPr/>
          </p:nvSpPr>
          <p:spPr>
            <a:xfrm>
              <a:off x="12877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2" name="Google Shape;642;p3"/>
            <p:cNvSpPr/>
            <p:nvPr/>
          </p:nvSpPr>
          <p:spPr>
            <a:xfrm>
              <a:off x="12877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3" name="Google Shape;643;p3"/>
            <p:cNvSpPr/>
            <p:nvPr/>
          </p:nvSpPr>
          <p:spPr>
            <a:xfrm>
              <a:off x="12877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4" name="Google Shape;644;p3"/>
            <p:cNvSpPr/>
            <p:nvPr/>
          </p:nvSpPr>
          <p:spPr>
            <a:xfrm>
              <a:off x="12877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5" name="Google Shape;645;p3"/>
            <p:cNvSpPr/>
            <p:nvPr/>
          </p:nvSpPr>
          <p:spPr>
            <a:xfrm>
              <a:off x="12877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6" name="Google Shape;646;p3"/>
            <p:cNvSpPr/>
            <p:nvPr/>
          </p:nvSpPr>
          <p:spPr>
            <a:xfrm>
              <a:off x="12877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7" name="Google Shape;647;p3"/>
            <p:cNvSpPr/>
            <p:nvPr/>
          </p:nvSpPr>
          <p:spPr>
            <a:xfrm>
              <a:off x="12877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8" name="Google Shape;648;p3"/>
            <p:cNvSpPr/>
            <p:nvPr/>
          </p:nvSpPr>
          <p:spPr>
            <a:xfrm>
              <a:off x="12877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9" name="Google Shape;649;p3"/>
            <p:cNvSpPr/>
            <p:nvPr/>
          </p:nvSpPr>
          <p:spPr>
            <a:xfrm>
              <a:off x="12877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0" name="Google Shape;650;p3"/>
            <p:cNvSpPr/>
            <p:nvPr/>
          </p:nvSpPr>
          <p:spPr>
            <a:xfrm>
              <a:off x="12877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1" name="Google Shape;651;p3"/>
            <p:cNvSpPr/>
            <p:nvPr/>
          </p:nvSpPr>
          <p:spPr>
            <a:xfrm>
              <a:off x="12877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2" name="Google Shape;652;p3"/>
            <p:cNvSpPr/>
            <p:nvPr/>
          </p:nvSpPr>
          <p:spPr>
            <a:xfrm>
              <a:off x="12877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3" name="Google Shape;653;p3"/>
            <p:cNvSpPr/>
            <p:nvPr/>
          </p:nvSpPr>
          <p:spPr>
            <a:xfrm>
              <a:off x="12877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4" name="Google Shape;654;p3"/>
            <p:cNvSpPr/>
            <p:nvPr/>
          </p:nvSpPr>
          <p:spPr>
            <a:xfrm>
              <a:off x="12877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5" name="Google Shape;655;p3"/>
            <p:cNvSpPr/>
            <p:nvPr/>
          </p:nvSpPr>
          <p:spPr>
            <a:xfrm>
              <a:off x="12877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6" name="Google Shape;656;p3"/>
            <p:cNvSpPr/>
            <p:nvPr/>
          </p:nvSpPr>
          <p:spPr>
            <a:xfrm>
              <a:off x="14382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7" name="Google Shape;657;p3"/>
            <p:cNvSpPr/>
            <p:nvPr/>
          </p:nvSpPr>
          <p:spPr>
            <a:xfrm>
              <a:off x="14382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8" name="Google Shape;658;p3"/>
            <p:cNvSpPr/>
            <p:nvPr/>
          </p:nvSpPr>
          <p:spPr>
            <a:xfrm>
              <a:off x="14382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9" name="Google Shape;659;p3"/>
            <p:cNvSpPr/>
            <p:nvPr/>
          </p:nvSpPr>
          <p:spPr>
            <a:xfrm>
              <a:off x="143822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0" name="Google Shape;660;p3"/>
            <p:cNvSpPr/>
            <p:nvPr/>
          </p:nvSpPr>
          <p:spPr>
            <a:xfrm>
              <a:off x="14382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1" name="Google Shape;661;p3"/>
            <p:cNvSpPr/>
            <p:nvPr/>
          </p:nvSpPr>
          <p:spPr>
            <a:xfrm>
              <a:off x="14382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2" name="Google Shape;662;p3"/>
            <p:cNvSpPr/>
            <p:nvPr/>
          </p:nvSpPr>
          <p:spPr>
            <a:xfrm>
              <a:off x="14382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3" name="Google Shape;663;p3"/>
            <p:cNvSpPr/>
            <p:nvPr/>
          </p:nvSpPr>
          <p:spPr>
            <a:xfrm>
              <a:off x="14382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4" name="Google Shape;664;p3"/>
            <p:cNvSpPr/>
            <p:nvPr/>
          </p:nvSpPr>
          <p:spPr>
            <a:xfrm>
              <a:off x="14382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5" name="Google Shape;665;p3"/>
            <p:cNvSpPr/>
            <p:nvPr/>
          </p:nvSpPr>
          <p:spPr>
            <a:xfrm>
              <a:off x="143822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6" name="Google Shape;666;p3"/>
            <p:cNvSpPr/>
            <p:nvPr/>
          </p:nvSpPr>
          <p:spPr>
            <a:xfrm>
              <a:off x="14382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7" name="Google Shape;667;p3"/>
            <p:cNvSpPr/>
            <p:nvPr/>
          </p:nvSpPr>
          <p:spPr>
            <a:xfrm>
              <a:off x="14382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8" name="Google Shape;668;p3"/>
            <p:cNvSpPr/>
            <p:nvPr/>
          </p:nvSpPr>
          <p:spPr>
            <a:xfrm>
              <a:off x="14382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9" name="Google Shape;669;p3"/>
            <p:cNvSpPr/>
            <p:nvPr/>
          </p:nvSpPr>
          <p:spPr>
            <a:xfrm>
              <a:off x="14382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0" name="Google Shape;670;p3"/>
            <p:cNvSpPr/>
            <p:nvPr/>
          </p:nvSpPr>
          <p:spPr>
            <a:xfrm>
              <a:off x="14382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1" name="Google Shape;671;p3"/>
            <p:cNvSpPr/>
            <p:nvPr/>
          </p:nvSpPr>
          <p:spPr>
            <a:xfrm>
              <a:off x="14382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2" name="Google Shape;672;p3"/>
            <p:cNvSpPr/>
            <p:nvPr/>
          </p:nvSpPr>
          <p:spPr>
            <a:xfrm>
              <a:off x="14382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3" name="Google Shape;673;p3"/>
            <p:cNvSpPr/>
            <p:nvPr/>
          </p:nvSpPr>
          <p:spPr>
            <a:xfrm>
              <a:off x="14382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4" name="Google Shape;674;p3"/>
            <p:cNvSpPr/>
            <p:nvPr/>
          </p:nvSpPr>
          <p:spPr>
            <a:xfrm>
              <a:off x="14382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5" name="Google Shape;675;p3"/>
            <p:cNvSpPr/>
            <p:nvPr/>
          </p:nvSpPr>
          <p:spPr>
            <a:xfrm>
              <a:off x="14382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6" name="Google Shape;676;p3"/>
            <p:cNvSpPr/>
            <p:nvPr/>
          </p:nvSpPr>
          <p:spPr>
            <a:xfrm>
              <a:off x="14382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7" name="Google Shape;677;p3"/>
            <p:cNvSpPr/>
            <p:nvPr/>
          </p:nvSpPr>
          <p:spPr>
            <a:xfrm>
              <a:off x="14382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8" name="Google Shape;678;p3"/>
            <p:cNvSpPr/>
            <p:nvPr/>
          </p:nvSpPr>
          <p:spPr>
            <a:xfrm>
              <a:off x="14382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9" name="Google Shape;679;p3"/>
            <p:cNvSpPr/>
            <p:nvPr/>
          </p:nvSpPr>
          <p:spPr>
            <a:xfrm>
              <a:off x="14382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0" name="Google Shape;680;p3"/>
            <p:cNvSpPr/>
            <p:nvPr/>
          </p:nvSpPr>
          <p:spPr>
            <a:xfrm>
              <a:off x="14382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1" name="Google Shape;681;p3"/>
            <p:cNvSpPr/>
            <p:nvPr/>
          </p:nvSpPr>
          <p:spPr>
            <a:xfrm>
              <a:off x="14382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2" name="Google Shape;682;p3"/>
            <p:cNvSpPr/>
            <p:nvPr/>
          </p:nvSpPr>
          <p:spPr>
            <a:xfrm>
              <a:off x="143822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3" name="Google Shape;683;p3"/>
            <p:cNvSpPr/>
            <p:nvPr/>
          </p:nvSpPr>
          <p:spPr>
            <a:xfrm>
              <a:off x="14382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4" name="Google Shape;684;p3"/>
            <p:cNvSpPr/>
            <p:nvPr/>
          </p:nvSpPr>
          <p:spPr>
            <a:xfrm>
              <a:off x="14382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5" name="Google Shape;685;p3"/>
            <p:cNvSpPr/>
            <p:nvPr/>
          </p:nvSpPr>
          <p:spPr>
            <a:xfrm>
              <a:off x="14382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6" name="Google Shape;686;p3"/>
            <p:cNvSpPr/>
            <p:nvPr/>
          </p:nvSpPr>
          <p:spPr>
            <a:xfrm>
              <a:off x="14382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7" name="Google Shape;687;p3"/>
            <p:cNvSpPr/>
            <p:nvPr/>
          </p:nvSpPr>
          <p:spPr>
            <a:xfrm>
              <a:off x="15887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8" name="Google Shape;688;p3"/>
            <p:cNvSpPr/>
            <p:nvPr/>
          </p:nvSpPr>
          <p:spPr>
            <a:xfrm>
              <a:off x="158875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9" name="Google Shape;689;p3"/>
            <p:cNvSpPr/>
            <p:nvPr/>
          </p:nvSpPr>
          <p:spPr>
            <a:xfrm>
              <a:off x="158875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0" name="Google Shape;690;p3"/>
            <p:cNvSpPr/>
            <p:nvPr/>
          </p:nvSpPr>
          <p:spPr>
            <a:xfrm>
              <a:off x="158875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1" name="Google Shape;691;p3"/>
            <p:cNvSpPr/>
            <p:nvPr/>
          </p:nvSpPr>
          <p:spPr>
            <a:xfrm>
              <a:off x="15887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2" name="Google Shape;692;p3"/>
            <p:cNvSpPr/>
            <p:nvPr/>
          </p:nvSpPr>
          <p:spPr>
            <a:xfrm>
              <a:off x="158875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3" name="Google Shape;693;p3"/>
            <p:cNvSpPr/>
            <p:nvPr/>
          </p:nvSpPr>
          <p:spPr>
            <a:xfrm>
              <a:off x="158875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4" name="Google Shape;694;p3"/>
            <p:cNvSpPr/>
            <p:nvPr/>
          </p:nvSpPr>
          <p:spPr>
            <a:xfrm>
              <a:off x="158875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5" name="Google Shape;695;p3"/>
            <p:cNvSpPr/>
            <p:nvPr/>
          </p:nvSpPr>
          <p:spPr>
            <a:xfrm>
              <a:off x="158875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6" name="Google Shape;696;p3"/>
            <p:cNvSpPr/>
            <p:nvPr/>
          </p:nvSpPr>
          <p:spPr>
            <a:xfrm>
              <a:off x="158875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7" name="Google Shape;697;p3"/>
            <p:cNvSpPr/>
            <p:nvPr/>
          </p:nvSpPr>
          <p:spPr>
            <a:xfrm>
              <a:off x="158875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8" name="Google Shape;698;p3"/>
            <p:cNvSpPr/>
            <p:nvPr/>
          </p:nvSpPr>
          <p:spPr>
            <a:xfrm>
              <a:off x="158875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9" name="Google Shape;699;p3"/>
            <p:cNvSpPr/>
            <p:nvPr/>
          </p:nvSpPr>
          <p:spPr>
            <a:xfrm>
              <a:off x="158875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0" name="Google Shape;700;p3"/>
            <p:cNvSpPr/>
            <p:nvPr/>
          </p:nvSpPr>
          <p:spPr>
            <a:xfrm>
              <a:off x="158875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1" name="Google Shape;701;p3"/>
            <p:cNvSpPr/>
            <p:nvPr/>
          </p:nvSpPr>
          <p:spPr>
            <a:xfrm>
              <a:off x="15887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2" name="Google Shape;702;p3"/>
            <p:cNvSpPr/>
            <p:nvPr/>
          </p:nvSpPr>
          <p:spPr>
            <a:xfrm>
              <a:off x="15887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3" name="Google Shape;703;p3"/>
            <p:cNvSpPr/>
            <p:nvPr/>
          </p:nvSpPr>
          <p:spPr>
            <a:xfrm>
              <a:off x="158875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4" name="Google Shape;704;p3"/>
            <p:cNvSpPr/>
            <p:nvPr/>
          </p:nvSpPr>
          <p:spPr>
            <a:xfrm>
              <a:off x="158875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5" name="Google Shape;705;p3"/>
            <p:cNvSpPr/>
            <p:nvPr/>
          </p:nvSpPr>
          <p:spPr>
            <a:xfrm>
              <a:off x="158875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6" name="Google Shape;706;p3"/>
            <p:cNvSpPr/>
            <p:nvPr/>
          </p:nvSpPr>
          <p:spPr>
            <a:xfrm>
              <a:off x="17392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7" name="Google Shape;707;p3"/>
            <p:cNvSpPr/>
            <p:nvPr/>
          </p:nvSpPr>
          <p:spPr>
            <a:xfrm>
              <a:off x="173925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8" name="Google Shape;708;p3"/>
            <p:cNvSpPr/>
            <p:nvPr/>
          </p:nvSpPr>
          <p:spPr>
            <a:xfrm>
              <a:off x="17392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9" name="Google Shape;709;p3"/>
            <p:cNvSpPr/>
            <p:nvPr/>
          </p:nvSpPr>
          <p:spPr>
            <a:xfrm>
              <a:off x="173925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0" name="Google Shape;710;p3"/>
            <p:cNvSpPr/>
            <p:nvPr/>
          </p:nvSpPr>
          <p:spPr>
            <a:xfrm>
              <a:off x="173925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1" name="Google Shape;711;p3"/>
            <p:cNvSpPr/>
            <p:nvPr/>
          </p:nvSpPr>
          <p:spPr>
            <a:xfrm>
              <a:off x="173925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2" name="Google Shape;712;p3"/>
            <p:cNvSpPr/>
            <p:nvPr/>
          </p:nvSpPr>
          <p:spPr>
            <a:xfrm>
              <a:off x="173925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3" name="Google Shape;713;p3"/>
            <p:cNvSpPr/>
            <p:nvPr/>
          </p:nvSpPr>
          <p:spPr>
            <a:xfrm>
              <a:off x="173925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4" name="Google Shape;714;p3"/>
            <p:cNvSpPr/>
            <p:nvPr/>
          </p:nvSpPr>
          <p:spPr>
            <a:xfrm>
              <a:off x="173925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5" name="Google Shape;715;p3"/>
            <p:cNvSpPr/>
            <p:nvPr/>
          </p:nvSpPr>
          <p:spPr>
            <a:xfrm>
              <a:off x="173925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6" name="Google Shape;716;p3"/>
            <p:cNvSpPr/>
            <p:nvPr/>
          </p:nvSpPr>
          <p:spPr>
            <a:xfrm>
              <a:off x="17392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7" name="Google Shape;717;p3"/>
            <p:cNvSpPr/>
            <p:nvPr/>
          </p:nvSpPr>
          <p:spPr>
            <a:xfrm>
              <a:off x="1889750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8" name="Google Shape;718;p3"/>
            <p:cNvSpPr/>
            <p:nvPr/>
          </p:nvSpPr>
          <p:spPr>
            <a:xfrm>
              <a:off x="1889750" y="8401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9" name="Google Shape;719;p3"/>
            <p:cNvSpPr/>
            <p:nvPr/>
          </p:nvSpPr>
          <p:spPr>
            <a:xfrm>
              <a:off x="1889750" y="33988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0" name="Google Shape;720;p3"/>
            <p:cNvSpPr/>
            <p:nvPr/>
          </p:nvSpPr>
          <p:spPr>
            <a:xfrm>
              <a:off x="1889750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1" name="Google Shape;721;p3"/>
            <p:cNvSpPr/>
            <p:nvPr/>
          </p:nvSpPr>
          <p:spPr>
            <a:xfrm>
              <a:off x="1889750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2" name="Google Shape;722;p3"/>
            <p:cNvSpPr/>
            <p:nvPr/>
          </p:nvSpPr>
          <p:spPr>
            <a:xfrm>
              <a:off x="204027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3" name="Google Shape;723;p3"/>
            <p:cNvSpPr/>
            <p:nvPr/>
          </p:nvSpPr>
          <p:spPr>
            <a:xfrm>
              <a:off x="204027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4" name="Google Shape;724;p3"/>
            <p:cNvSpPr/>
            <p:nvPr/>
          </p:nvSpPr>
          <p:spPr>
            <a:xfrm>
              <a:off x="204027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5" name="Google Shape;725;p3"/>
            <p:cNvSpPr/>
            <p:nvPr/>
          </p:nvSpPr>
          <p:spPr>
            <a:xfrm>
              <a:off x="2190775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6" name="Google Shape;726;p3"/>
            <p:cNvSpPr/>
            <p:nvPr/>
          </p:nvSpPr>
          <p:spPr>
            <a:xfrm>
              <a:off x="234130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7" name="Google Shape;727;p3"/>
            <p:cNvSpPr/>
            <p:nvPr/>
          </p:nvSpPr>
          <p:spPr>
            <a:xfrm>
              <a:off x="26423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8" name="Google Shape;728;p3"/>
            <p:cNvSpPr/>
            <p:nvPr/>
          </p:nvSpPr>
          <p:spPr>
            <a:xfrm>
              <a:off x="26423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9" name="Google Shape;729;p3"/>
            <p:cNvSpPr/>
            <p:nvPr/>
          </p:nvSpPr>
          <p:spPr>
            <a:xfrm>
              <a:off x="3244350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  <p:grpSp>
        <p:nvGrpSpPr>
          <p:cNvPr id="730" name="Google Shape;730;p3"/>
          <p:cNvGrpSpPr/>
          <p:nvPr/>
        </p:nvGrpSpPr>
        <p:grpSpPr>
          <a:xfrm rot="10800000">
            <a:off x="6367293" y="38264"/>
            <a:ext cx="2017555" cy="6781736"/>
            <a:chOff x="1588750" y="238125"/>
            <a:chExt cx="2078025" cy="5238750"/>
          </a:xfrm>
        </p:grpSpPr>
        <p:sp>
          <p:nvSpPr>
            <p:cNvPr id="731" name="Google Shape;731;p3"/>
            <p:cNvSpPr/>
            <p:nvPr/>
          </p:nvSpPr>
          <p:spPr>
            <a:xfrm>
              <a:off x="158875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32" name="Google Shape;732;p3"/>
            <p:cNvSpPr/>
            <p:nvPr/>
          </p:nvSpPr>
          <p:spPr>
            <a:xfrm>
              <a:off x="158875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33" name="Google Shape;733;p3"/>
            <p:cNvSpPr/>
            <p:nvPr/>
          </p:nvSpPr>
          <p:spPr>
            <a:xfrm>
              <a:off x="158875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34" name="Google Shape;734;p3"/>
            <p:cNvSpPr/>
            <p:nvPr/>
          </p:nvSpPr>
          <p:spPr>
            <a:xfrm>
              <a:off x="158875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35" name="Google Shape;735;p3"/>
            <p:cNvSpPr/>
            <p:nvPr/>
          </p:nvSpPr>
          <p:spPr>
            <a:xfrm>
              <a:off x="158875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36" name="Google Shape;736;p3"/>
            <p:cNvSpPr/>
            <p:nvPr/>
          </p:nvSpPr>
          <p:spPr>
            <a:xfrm>
              <a:off x="15887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37" name="Google Shape;737;p3"/>
            <p:cNvSpPr/>
            <p:nvPr/>
          </p:nvSpPr>
          <p:spPr>
            <a:xfrm>
              <a:off x="173925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38" name="Google Shape;738;p3"/>
            <p:cNvSpPr/>
            <p:nvPr/>
          </p:nvSpPr>
          <p:spPr>
            <a:xfrm>
              <a:off x="173925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39" name="Google Shape;739;p3"/>
            <p:cNvSpPr/>
            <p:nvPr/>
          </p:nvSpPr>
          <p:spPr>
            <a:xfrm>
              <a:off x="173925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0" name="Google Shape;740;p3"/>
            <p:cNvSpPr/>
            <p:nvPr/>
          </p:nvSpPr>
          <p:spPr>
            <a:xfrm>
              <a:off x="173925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1" name="Google Shape;741;p3"/>
            <p:cNvSpPr/>
            <p:nvPr/>
          </p:nvSpPr>
          <p:spPr>
            <a:xfrm>
              <a:off x="173925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2" name="Google Shape;742;p3"/>
            <p:cNvSpPr/>
            <p:nvPr/>
          </p:nvSpPr>
          <p:spPr>
            <a:xfrm>
              <a:off x="17392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3" name="Google Shape;743;p3"/>
            <p:cNvSpPr/>
            <p:nvPr/>
          </p:nvSpPr>
          <p:spPr>
            <a:xfrm>
              <a:off x="173925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4" name="Google Shape;744;p3"/>
            <p:cNvSpPr/>
            <p:nvPr/>
          </p:nvSpPr>
          <p:spPr>
            <a:xfrm>
              <a:off x="1889750" y="2381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5" name="Google Shape;745;p3"/>
            <p:cNvSpPr/>
            <p:nvPr/>
          </p:nvSpPr>
          <p:spPr>
            <a:xfrm>
              <a:off x="1889750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6" name="Google Shape;746;p3"/>
            <p:cNvSpPr/>
            <p:nvPr/>
          </p:nvSpPr>
          <p:spPr>
            <a:xfrm>
              <a:off x="1889750" y="17432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7" name="Google Shape;747;p3"/>
            <p:cNvSpPr/>
            <p:nvPr/>
          </p:nvSpPr>
          <p:spPr>
            <a:xfrm>
              <a:off x="1889750" y="18937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8" name="Google Shape;748;p3"/>
            <p:cNvSpPr/>
            <p:nvPr/>
          </p:nvSpPr>
          <p:spPr>
            <a:xfrm>
              <a:off x="1889750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9" name="Google Shape;749;p3"/>
            <p:cNvSpPr/>
            <p:nvPr/>
          </p:nvSpPr>
          <p:spPr>
            <a:xfrm>
              <a:off x="1889750" y="21947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0" name="Google Shape;750;p3"/>
            <p:cNvSpPr/>
            <p:nvPr/>
          </p:nvSpPr>
          <p:spPr>
            <a:xfrm>
              <a:off x="1889750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1" name="Google Shape;751;p3"/>
            <p:cNvSpPr/>
            <p:nvPr/>
          </p:nvSpPr>
          <p:spPr>
            <a:xfrm>
              <a:off x="1889750" y="24957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2" name="Google Shape;752;p3"/>
            <p:cNvSpPr/>
            <p:nvPr/>
          </p:nvSpPr>
          <p:spPr>
            <a:xfrm>
              <a:off x="1889750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3" name="Google Shape;753;p3"/>
            <p:cNvSpPr/>
            <p:nvPr/>
          </p:nvSpPr>
          <p:spPr>
            <a:xfrm>
              <a:off x="1889750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4" name="Google Shape;754;p3"/>
            <p:cNvSpPr/>
            <p:nvPr/>
          </p:nvSpPr>
          <p:spPr>
            <a:xfrm>
              <a:off x="1889750" y="29473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5" name="Google Shape;755;p3"/>
            <p:cNvSpPr/>
            <p:nvPr/>
          </p:nvSpPr>
          <p:spPr>
            <a:xfrm>
              <a:off x="1889750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6" name="Google Shape;756;p3"/>
            <p:cNvSpPr/>
            <p:nvPr/>
          </p:nvSpPr>
          <p:spPr>
            <a:xfrm>
              <a:off x="1889750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7" name="Google Shape;757;p3"/>
            <p:cNvSpPr/>
            <p:nvPr/>
          </p:nvSpPr>
          <p:spPr>
            <a:xfrm>
              <a:off x="1889750" y="40008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8" name="Google Shape;758;p3"/>
            <p:cNvSpPr/>
            <p:nvPr/>
          </p:nvSpPr>
          <p:spPr>
            <a:xfrm>
              <a:off x="1889750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9" name="Google Shape;759;p3"/>
            <p:cNvSpPr/>
            <p:nvPr/>
          </p:nvSpPr>
          <p:spPr>
            <a:xfrm>
              <a:off x="1889750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0" name="Google Shape;760;p3"/>
            <p:cNvSpPr/>
            <p:nvPr/>
          </p:nvSpPr>
          <p:spPr>
            <a:xfrm>
              <a:off x="1889750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1" name="Google Shape;761;p3"/>
            <p:cNvSpPr/>
            <p:nvPr/>
          </p:nvSpPr>
          <p:spPr>
            <a:xfrm>
              <a:off x="1889750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2" name="Google Shape;762;p3"/>
            <p:cNvSpPr/>
            <p:nvPr/>
          </p:nvSpPr>
          <p:spPr>
            <a:xfrm>
              <a:off x="1889750" y="49039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3" name="Google Shape;763;p3"/>
            <p:cNvSpPr/>
            <p:nvPr/>
          </p:nvSpPr>
          <p:spPr>
            <a:xfrm>
              <a:off x="204027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4" name="Google Shape;764;p3"/>
            <p:cNvSpPr/>
            <p:nvPr/>
          </p:nvSpPr>
          <p:spPr>
            <a:xfrm>
              <a:off x="204027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5" name="Google Shape;765;p3"/>
            <p:cNvSpPr/>
            <p:nvPr/>
          </p:nvSpPr>
          <p:spPr>
            <a:xfrm>
              <a:off x="204027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6" name="Google Shape;766;p3"/>
            <p:cNvSpPr/>
            <p:nvPr/>
          </p:nvSpPr>
          <p:spPr>
            <a:xfrm>
              <a:off x="204027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7" name="Google Shape;767;p3"/>
            <p:cNvSpPr/>
            <p:nvPr/>
          </p:nvSpPr>
          <p:spPr>
            <a:xfrm>
              <a:off x="204027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8" name="Google Shape;768;p3"/>
            <p:cNvSpPr/>
            <p:nvPr/>
          </p:nvSpPr>
          <p:spPr>
            <a:xfrm>
              <a:off x="204027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9" name="Google Shape;769;p3"/>
            <p:cNvSpPr/>
            <p:nvPr/>
          </p:nvSpPr>
          <p:spPr>
            <a:xfrm>
              <a:off x="204027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0" name="Google Shape;770;p3"/>
            <p:cNvSpPr/>
            <p:nvPr/>
          </p:nvSpPr>
          <p:spPr>
            <a:xfrm>
              <a:off x="204027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1" name="Google Shape;771;p3"/>
            <p:cNvSpPr/>
            <p:nvPr/>
          </p:nvSpPr>
          <p:spPr>
            <a:xfrm>
              <a:off x="204027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2" name="Google Shape;772;p3"/>
            <p:cNvSpPr/>
            <p:nvPr/>
          </p:nvSpPr>
          <p:spPr>
            <a:xfrm>
              <a:off x="204027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3" name="Google Shape;773;p3"/>
            <p:cNvSpPr/>
            <p:nvPr/>
          </p:nvSpPr>
          <p:spPr>
            <a:xfrm>
              <a:off x="204027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4" name="Google Shape;774;p3"/>
            <p:cNvSpPr/>
            <p:nvPr/>
          </p:nvSpPr>
          <p:spPr>
            <a:xfrm>
              <a:off x="204027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5" name="Google Shape;775;p3"/>
            <p:cNvSpPr/>
            <p:nvPr/>
          </p:nvSpPr>
          <p:spPr>
            <a:xfrm>
              <a:off x="204027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6" name="Google Shape;776;p3"/>
            <p:cNvSpPr/>
            <p:nvPr/>
          </p:nvSpPr>
          <p:spPr>
            <a:xfrm>
              <a:off x="204027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7" name="Google Shape;777;p3"/>
            <p:cNvSpPr/>
            <p:nvPr/>
          </p:nvSpPr>
          <p:spPr>
            <a:xfrm>
              <a:off x="204027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8" name="Google Shape;778;p3"/>
            <p:cNvSpPr/>
            <p:nvPr/>
          </p:nvSpPr>
          <p:spPr>
            <a:xfrm>
              <a:off x="204027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9" name="Google Shape;779;p3"/>
            <p:cNvSpPr/>
            <p:nvPr/>
          </p:nvSpPr>
          <p:spPr>
            <a:xfrm>
              <a:off x="204027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0" name="Google Shape;780;p3"/>
            <p:cNvSpPr/>
            <p:nvPr/>
          </p:nvSpPr>
          <p:spPr>
            <a:xfrm>
              <a:off x="204027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1" name="Google Shape;781;p3"/>
            <p:cNvSpPr/>
            <p:nvPr/>
          </p:nvSpPr>
          <p:spPr>
            <a:xfrm>
              <a:off x="204027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2" name="Google Shape;782;p3"/>
            <p:cNvSpPr/>
            <p:nvPr/>
          </p:nvSpPr>
          <p:spPr>
            <a:xfrm>
              <a:off x="2190775" y="2381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3" name="Google Shape;783;p3"/>
            <p:cNvSpPr/>
            <p:nvPr/>
          </p:nvSpPr>
          <p:spPr>
            <a:xfrm>
              <a:off x="2190775" y="6896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4" name="Google Shape;784;p3"/>
            <p:cNvSpPr/>
            <p:nvPr/>
          </p:nvSpPr>
          <p:spPr>
            <a:xfrm>
              <a:off x="2190775" y="8401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5" name="Google Shape;785;p3"/>
            <p:cNvSpPr/>
            <p:nvPr/>
          </p:nvSpPr>
          <p:spPr>
            <a:xfrm>
              <a:off x="2190775" y="11411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6" name="Google Shape;786;p3"/>
            <p:cNvSpPr/>
            <p:nvPr/>
          </p:nvSpPr>
          <p:spPr>
            <a:xfrm>
              <a:off x="2190775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7" name="Google Shape;787;p3"/>
            <p:cNvSpPr/>
            <p:nvPr/>
          </p:nvSpPr>
          <p:spPr>
            <a:xfrm>
              <a:off x="2190775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8" name="Google Shape;788;p3"/>
            <p:cNvSpPr/>
            <p:nvPr/>
          </p:nvSpPr>
          <p:spPr>
            <a:xfrm>
              <a:off x="2190775" y="17432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9" name="Google Shape;789;p3"/>
            <p:cNvSpPr/>
            <p:nvPr/>
          </p:nvSpPr>
          <p:spPr>
            <a:xfrm>
              <a:off x="2190775" y="18937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0" name="Google Shape;790;p3"/>
            <p:cNvSpPr/>
            <p:nvPr/>
          </p:nvSpPr>
          <p:spPr>
            <a:xfrm>
              <a:off x="2190775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1" name="Google Shape;791;p3"/>
            <p:cNvSpPr/>
            <p:nvPr/>
          </p:nvSpPr>
          <p:spPr>
            <a:xfrm>
              <a:off x="2190775" y="21947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2" name="Google Shape;792;p3"/>
            <p:cNvSpPr/>
            <p:nvPr/>
          </p:nvSpPr>
          <p:spPr>
            <a:xfrm>
              <a:off x="2190775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3" name="Google Shape;793;p3"/>
            <p:cNvSpPr/>
            <p:nvPr/>
          </p:nvSpPr>
          <p:spPr>
            <a:xfrm>
              <a:off x="2190775" y="24957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4" name="Google Shape;794;p3"/>
            <p:cNvSpPr/>
            <p:nvPr/>
          </p:nvSpPr>
          <p:spPr>
            <a:xfrm>
              <a:off x="2190775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5" name="Google Shape;795;p3"/>
            <p:cNvSpPr/>
            <p:nvPr/>
          </p:nvSpPr>
          <p:spPr>
            <a:xfrm>
              <a:off x="2190775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6" name="Google Shape;796;p3"/>
            <p:cNvSpPr/>
            <p:nvPr/>
          </p:nvSpPr>
          <p:spPr>
            <a:xfrm>
              <a:off x="2190775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7" name="Google Shape;797;p3"/>
            <p:cNvSpPr/>
            <p:nvPr/>
          </p:nvSpPr>
          <p:spPr>
            <a:xfrm>
              <a:off x="2190775" y="33988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8" name="Google Shape;798;p3"/>
            <p:cNvSpPr/>
            <p:nvPr/>
          </p:nvSpPr>
          <p:spPr>
            <a:xfrm>
              <a:off x="2190775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9" name="Google Shape;799;p3"/>
            <p:cNvSpPr/>
            <p:nvPr/>
          </p:nvSpPr>
          <p:spPr>
            <a:xfrm>
              <a:off x="2190775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0" name="Google Shape;800;p3"/>
            <p:cNvSpPr/>
            <p:nvPr/>
          </p:nvSpPr>
          <p:spPr>
            <a:xfrm>
              <a:off x="2190775" y="40008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1" name="Google Shape;801;p3"/>
            <p:cNvSpPr/>
            <p:nvPr/>
          </p:nvSpPr>
          <p:spPr>
            <a:xfrm>
              <a:off x="2190775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2" name="Google Shape;802;p3"/>
            <p:cNvSpPr/>
            <p:nvPr/>
          </p:nvSpPr>
          <p:spPr>
            <a:xfrm>
              <a:off x="2190775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3" name="Google Shape;803;p3"/>
            <p:cNvSpPr/>
            <p:nvPr/>
          </p:nvSpPr>
          <p:spPr>
            <a:xfrm>
              <a:off x="2190775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4" name="Google Shape;804;p3"/>
            <p:cNvSpPr/>
            <p:nvPr/>
          </p:nvSpPr>
          <p:spPr>
            <a:xfrm>
              <a:off x="2190775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5" name="Google Shape;805;p3"/>
            <p:cNvSpPr/>
            <p:nvPr/>
          </p:nvSpPr>
          <p:spPr>
            <a:xfrm>
              <a:off x="2190775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6" name="Google Shape;806;p3"/>
            <p:cNvSpPr/>
            <p:nvPr/>
          </p:nvSpPr>
          <p:spPr>
            <a:xfrm>
              <a:off x="2190775" y="53554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7" name="Google Shape;807;p3"/>
            <p:cNvSpPr/>
            <p:nvPr/>
          </p:nvSpPr>
          <p:spPr>
            <a:xfrm>
              <a:off x="234130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8" name="Google Shape;808;p3"/>
            <p:cNvSpPr/>
            <p:nvPr/>
          </p:nvSpPr>
          <p:spPr>
            <a:xfrm>
              <a:off x="23413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9" name="Google Shape;809;p3"/>
            <p:cNvSpPr/>
            <p:nvPr/>
          </p:nvSpPr>
          <p:spPr>
            <a:xfrm>
              <a:off x="23413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0" name="Google Shape;810;p3"/>
            <p:cNvSpPr/>
            <p:nvPr/>
          </p:nvSpPr>
          <p:spPr>
            <a:xfrm>
              <a:off x="23413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1" name="Google Shape;811;p3"/>
            <p:cNvSpPr/>
            <p:nvPr/>
          </p:nvSpPr>
          <p:spPr>
            <a:xfrm>
              <a:off x="234130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2" name="Google Shape;812;p3"/>
            <p:cNvSpPr/>
            <p:nvPr/>
          </p:nvSpPr>
          <p:spPr>
            <a:xfrm>
              <a:off x="234130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3" name="Google Shape;813;p3"/>
            <p:cNvSpPr/>
            <p:nvPr/>
          </p:nvSpPr>
          <p:spPr>
            <a:xfrm>
              <a:off x="234130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4" name="Google Shape;814;p3"/>
            <p:cNvSpPr/>
            <p:nvPr/>
          </p:nvSpPr>
          <p:spPr>
            <a:xfrm>
              <a:off x="234130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5" name="Google Shape;815;p3"/>
            <p:cNvSpPr/>
            <p:nvPr/>
          </p:nvSpPr>
          <p:spPr>
            <a:xfrm>
              <a:off x="234130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6" name="Google Shape;816;p3"/>
            <p:cNvSpPr/>
            <p:nvPr/>
          </p:nvSpPr>
          <p:spPr>
            <a:xfrm>
              <a:off x="234130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7" name="Google Shape;817;p3"/>
            <p:cNvSpPr/>
            <p:nvPr/>
          </p:nvSpPr>
          <p:spPr>
            <a:xfrm>
              <a:off x="23413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8" name="Google Shape;818;p3"/>
            <p:cNvSpPr/>
            <p:nvPr/>
          </p:nvSpPr>
          <p:spPr>
            <a:xfrm>
              <a:off x="23413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9" name="Google Shape;819;p3"/>
            <p:cNvSpPr/>
            <p:nvPr/>
          </p:nvSpPr>
          <p:spPr>
            <a:xfrm>
              <a:off x="234130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0" name="Google Shape;820;p3"/>
            <p:cNvSpPr/>
            <p:nvPr/>
          </p:nvSpPr>
          <p:spPr>
            <a:xfrm>
              <a:off x="234130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1" name="Google Shape;821;p3"/>
            <p:cNvSpPr/>
            <p:nvPr/>
          </p:nvSpPr>
          <p:spPr>
            <a:xfrm>
              <a:off x="234130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2" name="Google Shape;822;p3"/>
            <p:cNvSpPr/>
            <p:nvPr/>
          </p:nvSpPr>
          <p:spPr>
            <a:xfrm>
              <a:off x="234130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3" name="Google Shape;823;p3"/>
            <p:cNvSpPr/>
            <p:nvPr/>
          </p:nvSpPr>
          <p:spPr>
            <a:xfrm>
              <a:off x="234130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4" name="Google Shape;824;p3"/>
            <p:cNvSpPr/>
            <p:nvPr/>
          </p:nvSpPr>
          <p:spPr>
            <a:xfrm>
              <a:off x="234130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5" name="Google Shape;825;p3"/>
            <p:cNvSpPr/>
            <p:nvPr/>
          </p:nvSpPr>
          <p:spPr>
            <a:xfrm>
              <a:off x="234130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6" name="Google Shape;826;p3"/>
            <p:cNvSpPr/>
            <p:nvPr/>
          </p:nvSpPr>
          <p:spPr>
            <a:xfrm>
              <a:off x="234130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7" name="Google Shape;827;p3"/>
            <p:cNvSpPr/>
            <p:nvPr/>
          </p:nvSpPr>
          <p:spPr>
            <a:xfrm>
              <a:off x="234130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8" name="Google Shape;828;p3"/>
            <p:cNvSpPr/>
            <p:nvPr/>
          </p:nvSpPr>
          <p:spPr>
            <a:xfrm>
              <a:off x="23413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9" name="Google Shape;829;p3"/>
            <p:cNvSpPr/>
            <p:nvPr/>
          </p:nvSpPr>
          <p:spPr>
            <a:xfrm>
              <a:off x="23413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0" name="Google Shape;830;p3"/>
            <p:cNvSpPr/>
            <p:nvPr/>
          </p:nvSpPr>
          <p:spPr>
            <a:xfrm>
              <a:off x="234130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1" name="Google Shape;831;p3"/>
            <p:cNvSpPr/>
            <p:nvPr/>
          </p:nvSpPr>
          <p:spPr>
            <a:xfrm>
              <a:off x="234130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2" name="Google Shape;832;p3"/>
            <p:cNvSpPr/>
            <p:nvPr/>
          </p:nvSpPr>
          <p:spPr>
            <a:xfrm>
              <a:off x="234130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3" name="Google Shape;833;p3"/>
            <p:cNvSpPr/>
            <p:nvPr/>
          </p:nvSpPr>
          <p:spPr>
            <a:xfrm>
              <a:off x="24918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4" name="Google Shape;834;p3"/>
            <p:cNvSpPr/>
            <p:nvPr/>
          </p:nvSpPr>
          <p:spPr>
            <a:xfrm>
              <a:off x="24918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5" name="Google Shape;835;p3"/>
            <p:cNvSpPr/>
            <p:nvPr/>
          </p:nvSpPr>
          <p:spPr>
            <a:xfrm>
              <a:off x="249180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6" name="Google Shape;836;p3"/>
            <p:cNvSpPr/>
            <p:nvPr/>
          </p:nvSpPr>
          <p:spPr>
            <a:xfrm>
              <a:off x="24918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7" name="Google Shape;837;p3"/>
            <p:cNvSpPr/>
            <p:nvPr/>
          </p:nvSpPr>
          <p:spPr>
            <a:xfrm>
              <a:off x="249180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8" name="Google Shape;838;p3"/>
            <p:cNvSpPr/>
            <p:nvPr/>
          </p:nvSpPr>
          <p:spPr>
            <a:xfrm>
              <a:off x="249180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9" name="Google Shape;839;p3"/>
            <p:cNvSpPr/>
            <p:nvPr/>
          </p:nvSpPr>
          <p:spPr>
            <a:xfrm>
              <a:off x="249180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0" name="Google Shape;840;p3"/>
            <p:cNvSpPr/>
            <p:nvPr/>
          </p:nvSpPr>
          <p:spPr>
            <a:xfrm>
              <a:off x="249180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1" name="Google Shape;841;p3"/>
            <p:cNvSpPr/>
            <p:nvPr/>
          </p:nvSpPr>
          <p:spPr>
            <a:xfrm>
              <a:off x="24918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2" name="Google Shape;842;p3"/>
            <p:cNvSpPr/>
            <p:nvPr/>
          </p:nvSpPr>
          <p:spPr>
            <a:xfrm>
              <a:off x="249180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3" name="Google Shape;843;p3"/>
            <p:cNvSpPr/>
            <p:nvPr/>
          </p:nvSpPr>
          <p:spPr>
            <a:xfrm>
              <a:off x="249180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4" name="Google Shape;844;p3"/>
            <p:cNvSpPr/>
            <p:nvPr/>
          </p:nvSpPr>
          <p:spPr>
            <a:xfrm>
              <a:off x="24918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5" name="Google Shape;845;p3"/>
            <p:cNvSpPr/>
            <p:nvPr/>
          </p:nvSpPr>
          <p:spPr>
            <a:xfrm>
              <a:off x="24918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6" name="Google Shape;846;p3"/>
            <p:cNvSpPr/>
            <p:nvPr/>
          </p:nvSpPr>
          <p:spPr>
            <a:xfrm>
              <a:off x="249180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7" name="Google Shape;847;p3"/>
            <p:cNvSpPr/>
            <p:nvPr/>
          </p:nvSpPr>
          <p:spPr>
            <a:xfrm>
              <a:off x="249180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8" name="Google Shape;848;p3"/>
            <p:cNvSpPr/>
            <p:nvPr/>
          </p:nvSpPr>
          <p:spPr>
            <a:xfrm>
              <a:off x="249180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9" name="Google Shape;849;p3"/>
            <p:cNvSpPr/>
            <p:nvPr/>
          </p:nvSpPr>
          <p:spPr>
            <a:xfrm>
              <a:off x="249180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0" name="Google Shape;850;p3"/>
            <p:cNvSpPr/>
            <p:nvPr/>
          </p:nvSpPr>
          <p:spPr>
            <a:xfrm>
              <a:off x="249180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1" name="Google Shape;851;p3"/>
            <p:cNvSpPr/>
            <p:nvPr/>
          </p:nvSpPr>
          <p:spPr>
            <a:xfrm>
              <a:off x="249180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2" name="Google Shape;852;p3"/>
            <p:cNvSpPr/>
            <p:nvPr/>
          </p:nvSpPr>
          <p:spPr>
            <a:xfrm>
              <a:off x="249180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3" name="Google Shape;853;p3"/>
            <p:cNvSpPr/>
            <p:nvPr/>
          </p:nvSpPr>
          <p:spPr>
            <a:xfrm>
              <a:off x="249180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4" name="Google Shape;854;p3"/>
            <p:cNvSpPr/>
            <p:nvPr/>
          </p:nvSpPr>
          <p:spPr>
            <a:xfrm>
              <a:off x="24918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5" name="Google Shape;855;p3"/>
            <p:cNvSpPr/>
            <p:nvPr/>
          </p:nvSpPr>
          <p:spPr>
            <a:xfrm>
              <a:off x="249180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6" name="Google Shape;856;p3"/>
            <p:cNvSpPr/>
            <p:nvPr/>
          </p:nvSpPr>
          <p:spPr>
            <a:xfrm>
              <a:off x="249180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7" name="Google Shape;857;p3"/>
            <p:cNvSpPr/>
            <p:nvPr/>
          </p:nvSpPr>
          <p:spPr>
            <a:xfrm>
              <a:off x="249180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8" name="Google Shape;858;p3"/>
            <p:cNvSpPr/>
            <p:nvPr/>
          </p:nvSpPr>
          <p:spPr>
            <a:xfrm>
              <a:off x="26423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9" name="Google Shape;859;p3"/>
            <p:cNvSpPr/>
            <p:nvPr/>
          </p:nvSpPr>
          <p:spPr>
            <a:xfrm>
              <a:off x="26423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0" name="Google Shape;860;p3"/>
            <p:cNvSpPr/>
            <p:nvPr/>
          </p:nvSpPr>
          <p:spPr>
            <a:xfrm>
              <a:off x="26423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1" name="Google Shape;861;p3"/>
            <p:cNvSpPr/>
            <p:nvPr/>
          </p:nvSpPr>
          <p:spPr>
            <a:xfrm>
              <a:off x="26423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2" name="Google Shape;862;p3"/>
            <p:cNvSpPr/>
            <p:nvPr/>
          </p:nvSpPr>
          <p:spPr>
            <a:xfrm>
              <a:off x="26423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3" name="Google Shape;863;p3"/>
            <p:cNvSpPr/>
            <p:nvPr/>
          </p:nvSpPr>
          <p:spPr>
            <a:xfrm>
              <a:off x="26423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4" name="Google Shape;864;p3"/>
            <p:cNvSpPr/>
            <p:nvPr/>
          </p:nvSpPr>
          <p:spPr>
            <a:xfrm>
              <a:off x="26423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5" name="Google Shape;865;p3"/>
            <p:cNvSpPr/>
            <p:nvPr/>
          </p:nvSpPr>
          <p:spPr>
            <a:xfrm>
              <a:off x="26423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6" name="Google Shape;866;p3"/>
            <p:cNvSpPr/>
            <p:nvPr/>
          </p:nvSpPr>
          <p:spPr>
            <a:xfrm>
              <a:off x="26423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7" name="Google Shape;867;p3"/>
            <p:cNvSpPr/>
            <p:nvPr/>
          </p:nvSpPr>
          <p:spPr>
            <a:xfrm>
              <a:off x="26423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8" name="Google Shape;868;p3"/>
            <p:cNvSpPr/>
            <p:nvPr/>
          </p:nvSpPr>
          <p:spPr>
            <a:xfrm>
              <a:off x="26423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9" name="Google Shape;869;p3"/>
            <p:cNvSpPr/>
            <p:nvPr/>
          </p:nvSpPr>
          <p:spPr>
            <a:xfrm>
              <a:off x="26423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0" name="Google Shape;870;p3"/>
            <p:cNvSpPr/>
            <p:nvPr/>
          </p:nvSpPr>
          <p:spPr>
            <a:xfrm>
              <a:off x="26423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1" name="Google Shape;871;p3"/>
            <p:cNvSpPr/>
            <p:nvPr/>
          </p:nvSpPr>
          <p:spPr>
            <a:xfrm>
              <a:off x="26423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2" name="Google Shape;872;p3"/>
            <p:cNvSpPr/>
            <p:nvPr/>
          </p:nvSpPr>
          <p:spPr>
            <a:xfrm>
              <a:off x="26423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3" name="Google Shape;873;p3"/>
            <p:cNvSpPr/>
            <p:nvPr/>
          </p:nvSpPr>
          <p:spPr>
            <a:xfrm>
              <a:off x="26423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4" name="Google Shape;874;p3"/>
            <p:cNvSpPr/>
            <p:nvPr/>
          </p:nvSpPr>
          <p:spPr>
            <a:xfrm>
              <a:off x="26423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5" name="Google Shape;875;p3"/>
            <p:cNvSpPr/>
            <p:nvPr/>
          </p:nvSpPr>
          <p:spPr>
            <a:xfrm>
              <a:off x="26423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6" name="Google Shape;876;p3"/>
            <p:cNvSpPr/>
            <p:nvPr/>
          </p:nvSpPr>
          <p:spPr>
            <a:xfrm>
              <a:off x="26423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7" name="Google Shape;877;p3"/>
            <p:cNvSpPr/>
            <p:nvPr/>
          </p:nvSpPr>
          <p:spPr>
            <a:xfrm>
              <a:off x="26423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8" name="Google Shape;878;p3"/>
            <p:cNvSpPr/>
            <p:nvPr/>
          </p:nvSpPr>
          <p:spPr>
            <a:xfrm>
              <a:off x="27928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9" name="Google Shape;879;p3"/>
            <p:cNvSpPr/>
            <p:nvPr/>
          </p:nvSpPr>
          <p:spPr>
            <a:xfrm>
              <a:off x="27928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0" name="Google Shape;880;p3"/>
            <p:cNvSpPr/>
            <p:nvPr/>
          </p:nvSpPr>
          <p:spPr>
            <a:xfrm>
              <a:off x="27928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1" name="Google Shape;881;p3"/>
            <p:cNvSpPr/>
            <p:nvPr/>
          </p:nvSpPr>
          <p:spPr>
            <a:xfrm>
              <a:off x="27928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2" name="Google Shape;882;p3"/>
            <p:cNvSpPr/>
            <p:nvPr/>
          </p:nvSpPr>
          <p:spPr>
            <a:xfrm>
              <a:off x="27928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3" name="Google Shape;883;p3"/>
            <p:cNvSpPr/>
            <p:nvPr/>
          </p:nvSpPr>
          <p:spPr>
            <a:xfrm>
              <a:off x="27928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4" name="Google Shape;884;p3"/>
            <p:cNvSpPr/>
            <p:nvPr/>
          </p:nvSpPr>
          <p:spPr>
            <a:xfrm>
              <a:off x="27928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5" name="Google Shape;885;p3"/>
            <p:cNvSpPr/>
            <p:nvPr/>
          </p:nvSpPr>
          <p:spPr>
            <a:xfrm>
              <a:off x="27928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6" name="Google Shape;886;p3"/>
            <p:cNvSpPr/>
            <p:nvPr/>
          </p:nvSpPr>
          <p:spPr>
            <a:xfrm>
              <a:off x="27928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7" name="Google Shape;887;p3"/>
            <p:cNvSpPr/>
            <p:nvPr/>
          </p:nvSpPr>
          <p:spPr>
            <a:xfrm>
              <a:off x="27928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8" name="Google Shape;888;p3"/>
            <p:cNvSpPr/>
            <p:nvPr/>
          </p:nvSpPr>
          <p:spPr>
            <a:xfrm>
              <a:off x="27928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9" name="Google Shape;889;p3"/>
            <p:cNvSpPr/>
            <p:nvPr/>
          </p:nvSpPr>
          <p:spPr>
            <a:xfrm>
              <a:off x="27928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0" name="Google Shape;890;p3"/>
            <p:cNvSpPr/>
            <p:nvPr/>
          </p:nvSpPr>
          <p:spPr>
            <a:xfrm>
              <a:off x="27928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1" name="Google Shape;891;p3"/>
            <p:cNvSpPr/>
            <p:nvPr/>
          </p:nvSpPr>
          <p:spPr>
            <a:xfrm>
              <a:off x="27928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2" name="Google Shape;892;p3"/>
            <p:cNvSpPr/>
            <p:nvPr/>
          </p:nvSpPr>
          <p:spPr>
            <a:xfrm>
              <a:off x="27928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3" name="Google Shape;893;p3"/>
            <p:cNvSpPr/>
            <p:nvPr/>
          </p:nvSpPr>
          <p:spPr>
            <a:xfrm>
              <a:off x="27928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4" name="Google Shape;894;p3"/>
            <p:cNvSpPr/>
            <p:nvPr/>
          </p:nvSpPr>
          <p:spPr>
            <a:xfrm>
              <a:off x="27928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5" name="Google Shape;895;p3"/>
            <p:cNvSpPr/>
            <p:nvPr/>
          </p:nvSpPr>
          <p:spPr>
            <a:xfrm>
              <a:off x="27928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6" name="Google Shape;896;p3"/>
            <p:cNvSpPr/>
            <p:nvPr/>
          </p:nvSpPr>
          <p:spPr>
            <a:xfrm>
              <a:off x="2943325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7" name="Google Shape;897;p3"/>
            <p:cNvSpPr/>
            <p:nvPr/>
          </p:nvSpPr>
          <p:spPr>
            <a:xfrm>
              <a:off x="2943325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8" name="Google Shape;898;p3"/>
            <p:cNvSpPr/>
            <p:nvPr/>
          </p:nvSpPr>
          <p:spPr>
            <a:xfrm>
              <a:off x="2943325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9" name="Google Shape;899;p3"/>
            <p:cNvSpPr/>
            <p:nvPr/>
          </p:nvSpPr>
          <p:spPr>
            <a:xfrm>
              <a:off x="2943325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0" name="Google Shape;900;p3"/>
            <p:cNvSpPr/>
            <p:nvPr/>
          </p:nvSpPr>
          <p:spPr>
            <a:xfrm>
              <a:off x="2943325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1" name="Google Shape;901;p3"/>
            <p:cNvSpPr/>
            <p:nvPr/>
          </p:nvSpPr>
          <p:spPr>
            <a:xfrm>
              <a:off x="2943325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2" name="Google Shape;902;p3"/>
            <p:cNvSpPr/>
            <p:nvPr/>
          </p:nvSpPr>
          <p:spPr>
            <a:xfrm>
              <a:off x="2943325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3" name="Google Shape;903;p3"/>
            <p:cNvSpPr/>
            <p:nvPr/>
          </p:nvSpPr>
          <p:spPr>
            <a:xfrm>
              <a:off x="2943325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4" name="Google Shape;904;p3"/>
            <p:cNvSpPr/>
            <p:nvPr/>
          </p:nvSpPr>
          <p:spPr>
            <a:xfrm>
              <a:off x="2943325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5" name="Google Shape;905;p3"/>
            <p:cNvSpPr/>
            <p:nvPr/>
          </p:nvSpPr>
          <p:spPr>
            <a:xfrm>
              <a:off x="2943325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6" name="Google Shape;906;p3"/>
            <p:cNvSpPr/>
            <p:nvPr/>
          </p:nvSpPr>
          <p:spPr>
            <a:xfrm>
              <a:off x="2943325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7" name="Google Shape;907;p3"/>
            <p:cNvSpPr/>
            <p:nvPr/>
          </p:nvSpPr>
          <p:spPr>
            <a:xfrm>
              <a:off x="2943325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8" name="Google Shape;908;p3"/>
            <p:cNvSpPr/>
            <p:nvPr/>
          </p:nvSpPr>
          <p:spPr>
            <a:xfrm>
              <a:off x="2943325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9" name="Google Shape;909;p3"/>
            <p:cNvSpPr/>
            <p:nvPr/>
          </p:nvSpPr>
          <p:spPr>
            <a:xfrm>
              <a:off x="2943325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0" name="Google Shape;910;p3"/>
            <p:cNvSpPr/>
            <p:nvPr/>
          </p:nvSpPr>
          <p:spPr>
            <a:xfrm>
              <a:off x="2943325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1" name="Google Shape;911;p3"/>
            <p:cNvSpPr/>
            <p:nvPr/>
          </p:nvSpPr>
          <p:spPr>
            <a:xfrm>
              <a:off x="2943325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2" name="Google Shape;912;p3"/>
            <p:cNvSpPr/>
            <p:nvPr/>
          </p:nvSpPr>
          <p:spPr>
            <a:xfrm>
              <a:off x="2943325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3" name="Google Shape;913;p3"/>
            <p:cNvSpPr/>
            <p:nvPr/>
          </p:nvSpPr>
          <p:spPr>
            <a:xfrm>
              <a:off x="2943325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4" name="Google Shape;914;p3"/>
            <p:cNvSpPr/>
            <p:nvPr/>
          </p:nvSpPr>
          <p:spPr>
            <a:xfrm>
              <a:off x="30938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5" name="Google Shape;915;p3"/>
            <p:cNvSpPr/>
            <p:nvPr/>
          </p:nvSpPr>
          <p:spPr>
            <a:xfrm>
              <a:off x="30938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6" name="Google Shape;916;p3"/>
            <p:cNvSpPr/>
            <p:nvPr/>
          </p:nvSpPr>
          <p:spPr>
            <a:xfrm>
              <a:off x="30938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7" name="Google Shape;917;p3"/>
            <p:cNvSpPr/>
            <p:nvPr/>
          </p:nvSpPr>
          <p:spPr>
            <a:xfrm>
              <a:off x="30938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8" name="Google Shape;918;p3"/>
            <p:cNvSpPr/>
            <p:nvPr/>
          </p:nvSpPr>
          <p:spPr>
            <a:xfrm>
              <a:off x="30938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9" name="Google Shape;919;p3"/>
            <p:cNvSpPr/>
            <p:nvPr/>
          </p:nvSpPr>
          <p:spPr>
            <a:xfrm>
              <a:off x="30938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20" name="Google Shape;920;p3"/>
            <p:cNvSpPr/>
            <p:nvPr/>
          </p:nvSpPr>
          <p:spPr>
            <a:xfrm>
              <a:off x="30938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21" name="Google Shape;921;p3"/>
            <p:cNvSpPr/>
            <p:nvPr/>
          </p:nvSpPr>
          <p:spPr>
            <a:xfrm>
              <a:off x="30938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22" name="Google Shape;922;p3"/>
            <p:cNvSpPr/>
            <p:nvPr/>
          </p:nvSpPr>
          <p:spPr>
            <a:xfrm>
              <a:off x="30938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23" name="Google Shape;923;p3"/>
            <p:cNvSpPr/>
            <p:nvPr/>
          </p:nvSpPr>
          <p:spPr>
            <a:xfrm>
              <a:off x="3244350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24" name="Google Shape;924;p3"/>
            <p:cNvSpPr/>
            <p:nvPr/>
          </p:nvSpPr>
          <p:spPr>
            <a:xfrm>
              <a:off x="3244350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25" name="Google Shape;925;p3"/>
            <p:cNvSpPr/>
            <p:nvPr/>
          </p:nvSpPr>
          <p:spPr>
            <a:xfrm>
              <a:off x="3244350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26" name="Google Shape;926;p3"/>
            <p:cNvSpPr/>
            <p:nvPr/>
          </p:nvSpPr>
          <p:spPr>
            <a:xfrm>
              <a:off x="3244350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27" name="Google Shape;927;p3"/>
            <p:cNvSpPr/>
            <p:nvPr/>
          </p:nvSpPr>
          <p:spPr>
            <a:xfrm>
              <a:off x="3244350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28" name="Google Shape;928;p3"/>
            <p:cNvSpPr/>
            <p:nvPr/>
          </p:nvSpPr>
          <p:spPr>
            <a:xfrm>
              <a:off x="3244350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29" name="Google Shape;929;p3"/>
            <p:cNvSpPr/>
            <p:nvPr/>
          </p:nvSpPr>
          <p:spPr>
            <a:xfrm>
              <a:off x="3244350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0" name="Google Shape;930;p3"/>
            <p:cNvSpPr/>
            <p:nvPr/>
          </p:nvSpPr>
          <p:spPr>
            <a:xfrm>
              <a:off x="3244350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1" name="Google Shape;931;p3"/>
            <p:cNvSpPr/>
            <p:nvPr/>
          </p:nvSpPr>
          <p:spPr>
            <a:xfrm>
              <a:off x="339487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2" name="Google Shape;932;p3"/>
            <p:cNvSpPr/>
            <p:nvPr/>
          </p:nvSpPr>
          <p:spPr>
            <a:xfrm>
              <a:off x="339487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3" name="Google Shape;933;p3"/>
            <p:cNvSpPr/>
            <p:nvPr/>
          </p:nvSpPr>
          <p:spPr>
            <a:xfrm>
              <a:off x="339487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4" name="Google Shape;934;p3"/>
            <p:cNvSpPr/>
            <p:nvPr/>
          </p:nvSpPr>
          <p:spPr>
            <a:xfrm>
              <a:off x="339487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5" name="Google Shape;935;p3"/>
            <p:cNvSpPr/>
            <p:nvPr/>
          </p:nvSpPr>
          <p:spPr>
            <a:xfrm>
              <a:off x="339487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6" name="Google Shape;936;p3"/>
            <p:cNvSpPr/>
            <p:nvPr/>
          </p:nvSpPr>
          <p:spPr>
            <a:xfrm>
              <a:off x="339487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7" name="Google Shape;937;p3"/>
            <p:cNvSpPr/>
            <p:nvPr/>
          </p:nvSpPr>
          <p:spPr>
            <a:xfrm>
              <a:off x="354537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8" name="Google Shape;938;p3"/>
            <p:cNvSpPr/>
            <p:nvPr/>
          </p:nvSpPr>
          <p:spPr>
            <a:xfrm>
              <a:off x="354537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9" name="Google Shape;939;p3"/>
            <p:cNvSpPr/>
            <p:nvPr/>
          </p:nvSpPr>
          <p:spPr>
            <a:xfrm>
              <a:off x="354537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  <p:grpSp>
        <p:nvGrpSpPr>
          <p:cNvPr id="940" name="Google Shape;940;p3"/>
          <p:cNvGrpSpPr/>
          <p:nvPr/>
        </p:nvGrpSpPr>
        <p:grpSpPr>
          <a:xfrm rot="10800000">
            <a:off x="6367295" y="38264"/>
            <a:ext cx="2309820" cy="6781736"/>
            <a:chOff x="1287725" y="238125"/>
            <a:chExt cx="2379050" cy="5238750"/>
          </a:xfrm>
        </p:grpSpPr>
        <p:sp>
          <p:nvSpPr>
            <p:cNvPr id="941" name="Google Shape;941;p3"/>
            <p:cNvSpPr/>
            <p:nvPr/>
          </p:nvSpPr>
          <p:spPr>
            <a:xfrm>
              <a:off x="128772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42" name="Google Shape;942;p3"/>
            <p:cNvSpPr/>
            <p:nvPr/>
          </p:nvSpPr>
          <p:spPr>
            <a:xfrm>
              <a:off x="12877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43" name="Google Shape;943;p3"/>
            <p:cNvSpPr/>
            <p:nvPr/>
          </p:nvSpPr>
          <p:spPr>
            <a:xfrm>
              <a:off x="128772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44" name="Google Shape;944;p3"/>
            <p:cNvSpPr/>
            <p:nvPr/>
          </p:nvSpPr>
          <p:spPr>
            <a:xfrm>
              <a:off x="12877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45" name="Google Shape;945;p3"/>
            <p:cNvSpPr/>
            <p:nvPr/>
          </p:nvSpPr>
          <p:spPr>
            <a:xfrm>
              <a:off x="128772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46" name="Google Shape;946;p3"/>
            <p:cNvSpPr/>
            <p:nvPr/>
          </p:nvSpPr>
          <p:spPr>
            <a:xfrm>
              <a:off x="12877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47" name="Google Shape;947;p3"/>
            <p:cNvSpPr/>
            <p:nvPr/>
          </p:nvSpPr>
          <p:spPr>
            <a:xfrm>
              <a:off x="12877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48" name="Google Shape;948;p3"/>
            <p:cNvSpPr/>
            <p:nvPr/>
          </p:nvSpPr>
          <p:spPr>
            <a:xfrm>
              <a:off x="12877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49" name="Google Shape;949;p3"/>
            <p:cNvSpPr/>
            <p:nvPr/>
          </p:nvSpPr>
          <p:spPr>
            <a:xfrm>
              <a:off x="12877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50" name="Google Shape;950;p3"/>
            <p:cNvSpPr/>
            <p:nvPr/>
          </p:nvSpPr>
          <p:spPr>
            <a:xfrm>
              <a:off x="12877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51" name="Google Shape;951;p3"/>
            <p:cNvSpPr/>
            <p:nvPr/>
          </p:nvSpPr>
          <p:spPr>
            <a:xfrm>
              <a:off x="12877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52" name="Google Shape;952;p3"/>
            <p:cNvSpPr/>
            <p:nvPr/>
          </p:nvSpPr>
          <p:spPr>
            <a:xfrm>
              <a:off x="12877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53" name="Google Shape;953;p3"/>
            <p:cNvSpPr/>
            <p:nvPr/>
          </p:nvSpPr>
          <p:spPr>
            <a:xfrm>
              <a:off x="128772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54" name="Google Shape;954;p3"/>
            <p:cNvSpPr/>
            <p:nvPr/>
          </p:nvSpPr>
          <p:spPr>
            <a:xfrm>
              <a:off x="12877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55" name="Google Shape;955;p3"/>
            <p:cNvSpPr/>
            <p:nvPr/>
          </p:nvSpPr>
          <p:spPr>
            <a:xfrm>
              <a:off x="12877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56" name="Google Shape;956;p3"/>
            <p:cNvSpPr/>
            <p:nvPr/>
          </p:nvSpPr>
          <p:spPr>
            <a:xfrm>
              <a:off x="143822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57" name="Google Shape;957;p3"/>
            <p:cNvSpPr/>
            <p:nvPr/>
          </p:nvSpPr>
          <p:spPr>
            <a:xfrm>
              <a:off x="14382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58" name="Google Shape;958;p3"/>
            <p:cNvSpPr/>
            <p:nvPr/>
          </p:nvSpPr>
          <p:spPr>
            <a:xfrm>
              <a:off x="14382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59" name="Google Shape;959;p3"/>
            <p:cNvSpPr/>
            <p:nvPr/>
          </p:nvSpPr>
          <p:spPr>
            <a:xfrm>
              <a:off x="14382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60" name="Google Shape;960;p3"/>
            <p:cNvSpPr/>
            <p:nvPr/>
          </p:nvSpPr>
          <p:spPr>
            <a:xfrm>
              <a:off x="158875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61" name="Google Shape;961;p3"/>
            <p:cNvSpPr/>
            <p:nvPr/>
          </p:nvSpPr>
          <p:spPr>
            <a:xfrm>
              <a:off x="158875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62" name="Google Shape;962;p3"/>
            <p:cNvSpPr/>
            <p:nvPr/>
          </p:nvSpPr>
          <p:spPr>
            <a:xfrm>
              <a:off x="15887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63" name="Google Shape;963;p3"/>
            <p:cNvSpPr/>
            <p:nvPr/>
          </p:nvSpPr>
          <p:spPr>
            <a:xfrm>
              <a:off x="15887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64" name="Google Shape;964;p3"/>
            <p:cNvSpPr/>
            <p:nvPr/>
          </p:nvSpPr>
          <p:spPr>
            <a:xfrm>
              <a:off x="158875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65" name="Google Shape;965;p3"/>
            <p:cNvSpPr/>
            <p:nvPr/>
          </p:nvSpPr>
          <p:spPr>
            <a:xfrm>
              <a:off x="158875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66" name="Google Shape;966;p3"/>
            <p:cNvSpPr/>
            <p:nvPr/>
          </p:nvSpPr>
          <p:spPr>
            <a:xfrm>
              <a:off x="15887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67" name="Google Shape;967;p3"/>
            <p:cNvSpPr/>
            <p:nvPr/>
          </p:nvSpPr>
          <p:spPr>
            <a:xfrm>
              <a:off x="15887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68" name="Google Shape;968;p3"/>
            <p:cNvSpPr/>
            <p:nvPr/>
          </p:nvSpPr>
          <p:spPr>
            <a:xfrm>
              <a:off x="158875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69" name="Google Shape;969;p3"/>
            <p:cNvSpPr/>
            <p:nvPr/>
          </p:nvSpPr>
          <p:spPr>
            <a:xfrm>
              <a:off x="15887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70" name="Google Shape;970;p3"/>
            <p:cNvSpPr/>
            <p:nvPr/>
          </p:nvSpPr>
          <p:spPr>
            <a:xfrm>
              <a:off x="173925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71" name="Google Shape;971;p3"/>
            <p:cNvSpPr/>
            <p:nvPr/>
          </p:nvSpPr>
          <p:spPr>
            <a:xfrm>
              <a:off x="17392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72" name="Google Shape;972;p3"/>
            <p:cNvSpPr/>
            <p:nvPr/>
          </p:nvSpPr>
          <p:spPr>
            <a:xfrm>
              <a:off x="173925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73" name="Google Shape;973;p3"/>
            <p:cNvSpPr/>
            <p:nvPr/>
          </p:nvSpPr>
          <p:spPr>
            <a:xfrm>
              <a:off x="173925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74" name="Google Shape;974;p3"/>
            <p:cNvSpPr/>
            <p:nvPr/>
          </p:nvSpPr>
          <p:spPr>
            <a:xfrm>
              <a:off x="17392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75" name="Google Shape;975;p3"/>
            <p:cNvSpPr/>
            <p:nvPr/>
          </p:nvSpPr>
          <p:spPr>
            <a:xfrm>
              <a:off x="173925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76" name="Google Shape;976;p3"/>
            <p:cNvSpPr/>
            <p:nvPr/>
          </p:nvSpPr>
          <p:spPr>
            <a:xfrm>
              <a:off x="173925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77" name="Google Shape;977;p3"/>
            <p:cNvSpPr/>
            <p:nvPr/>
          </p:nvSpPr>
          <p:spPr>
            <a:xfrm>
              <a:off x="17392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78" name="Google Shape;978;p3"/>
            <p:cNvSpPr/>
            <p:nvPr/>
          </p:nvSpPr>
          <p:spPr>
            <a:xfrm>
              <a:off x="173925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79" name="Google Shape;979;p3"/>
            <p:cNvSpPr/>
            <p:nvPr/>
          </p:nvSpPr>
          <p:spPr>
            <a:xfrm>
              <a:off x="17392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80" name="Google Shape;980;p3"/>
            <p:cNvSpPr/>
            <p:nvPr/>
          </p:nvSpPr>
          <p:spPr>
            <a:xfrm>
              <a:off x="173925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81" name="Google Shape;981;p3"/>
            <p:cNvSpPr/>
            <p:nvPr/>
          </p:nvSpPr>
          <p:spPr>
            <a:xfrm>
              <a:off x="173925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82" name="Google Shape;982;p3"/>
            <p:cNvSpPr/>
            <p:nvPr/>
          </p:nvSpPr>
          <p:spPr>
            <a:xfrm>
              <a:off x="173925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83" name="Google Shape;983;p3"/>
            <p:cNvSpPr/>
            <p:nvPr/>
          </p:nvSpPr>
          <p:spPr>
            <a:xfrm>
              <a:off x="17392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84" name="Google Shape;984;p3"/>
            <p:cNvSpPr/>
            <p:nvPr/>
          </p:nvSpPr>
          <p:spPr>
            <a:xfrm>
              <a:off x="173925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85" name="Google Shape;985;p3"/>
            <p:cNvSpPr/>
            <p:nvPr/>
          </p:nvSpPr>
          <p:spPr>
            <a:xfrm>
              <a:off x="173925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86" name="Google Shape;986;p3"/>
            <p:cNvSpPr/>
            <p:nvPr/>
          </p:nvSpPr>
          <p:spPr>
            <a:xfrm>
              <a:off x="17392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87" name="Google Shape;987;p3"/>
            <p:cNvSpPr/>
            <p:nvPr/>
          </p:nvSpPr>
          <p:spPr>
            <a:xfrm>
              <a:off x="1889750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88" name="Google Shape;988;p3"/>
            <p:cNvSpPr/>
            <p:nvPr/>
          </p:nvSpPr>
          <p:spPr>
            <a:xfrm>
              <a:off x="1889750" y="6896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89" name="Google Shape;989;p3"/>
            <p:cNvSpPr/>
            <p:nvPr/>
          </p:nvSpPr>
          <p:spPr>
            <a:xfrm>
              <a:off x="1889750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90" name="Google Shape;990;p3"/>
            <p:cNvSpPr/>
            <p:nvPr/>
          </p:nvSpPr>
          <p:spPr>
            <a:xfrm>
              <a:off x="1889750" y="11411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91" name="Google Shape;991;p3"/>
            <p:cNvSpPr/>
            <p:nvPr/>
          </p:nvSpPr>
          <p:spPr>
            <a:xfrm>
              <a:off x="1889750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92" name="Google Shape;992;p3"/>
            <p:cNvSpPr/>
            <p:nvPr/>
          </p:nvSpPr>
          <p:spPr>
            <a:xfrm>
              <a:off x="1889750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93" name="Google Shape;993;p3"/>
            <p:cNvSpPr/>
            <p:nvPr/>
          </p:nvSpPr>
          <p:spPr>
            <a:xfrm>
              <a:off x="1889750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94" name="Google Shape;994;p3"/>
            <p:cNvSpPr/>
            <p:nvPr/>
          </p:nvSpPr>
          <p:spPr>
            <a:xfrm>
              <a:off x="1889750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95" name="Google Shape;995;p3"/>
            <p:cNvSpPr/>
            <p:nvPr/>
          </p:nvSpPr>
          <p:spPr>
            <a:xfrm>
              <a:off x="1889750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96" name="Google Shape;996;p3"/>
            <p:cNvSpPr/>
            <p:nvPr/>
          </p:nvSpPr>
          <p:spPr>
            <a:xfrm>
              <a:off x="1889750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97" name="Google Shape;997;p3"/>
            <p:cNvSpPr/>
            <p:nvPr/>
          </p:nvSpPr>
          <p:spPr>
            <a:xfrm>
              <a:off x="1889750" y="53554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98" name="Google Shape;998;p3"/>
            <p:cNvSpPr/>
            <p:nvPr/>
          </p:nvSpPr>
          <p:spPr>
            <a:xfrm>
              <a:off x="204027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99" name="Google Shape;999;p3"/>
            <p:cNvSpPr/>
            <p:nvPr/>
          </p:nvSpPr>
          <p:spPr>
            <a:xfrm>
              <a:off x="204027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00" name="Google Shape;1000;p3"/>
            <p:cNvSpPr/>
            <p:nvPr/>
          </p:nvSpPr>
          <p:spPr>
            <a:xfrm>
              <a:off x="204027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01" name="Google Shape;1001;p3"/>
            <p:cNvSpPr/>
            <p:nvPr/>
          </p:nvSpPr>
          <p:spPr>
            <a:xfrm>
              <a:off x="204027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02" name="Google Shape;1002;p3"/>
            <p:cNvSpPr/>
            <p:nvPr/>
          </p:nvSpPr>
          <p:spPr>
            <a:xfrm>
              <a:off x="204027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03" name="Google Shape;1003;p3"/>
            <p:cNvSpPr/>
            <p:nvPr/>
          </p:nvSpPr>
          <p:spPr>
            <a:xfrm>
              <a:off x="204027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04" name="Google Shape;1004;p3"/>
            <p:cNvSpPr/>
            <p:nvPr/>
          </p:nvSpPr>
          <p:spPr>
            <a:xfrm>
              <a:off x="204027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05" name="Google Shape;1005;p3"/>
            <p:cNvSpPr/>
            <p:nvPr/>
          </p:nvSpPr>
          <p:spPr>
            <a:xfrm>
              <a:off x="204027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06" name="Google Shape;1006;p3"/>
            <p:cNvSpPr/>
            <p:nvPr/>
          </p:nvSpPr>
          <p:spPr>
            <a:xfrm>
              <a:off x="204027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07" name="Google Shape;1007;p3"/>
            <p:cNvSpPr/>
            <p:nvPr/>
          </p:nvSpPr>
          <p:spPr>
            <a:xfrm>
              <a:off x="204027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08" name="Google Shape;1008;p3"/>
            <p:cNvSpPr/>
            <p:nvPr/>
          </p:nvSpPr>
          <p:spPr>
            <a:xfrm>
              <a:off x="204027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09" name="Google Shape;1009;p3"/>
            <p:cNvSpPr/>
            <p:nvPr/>
          </p:nvSpPr>
          <p:spPr>
            <a:xfrm>
              <a:off x="204027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10" name="Google Shape;1010;p3"/>
            <p:cNvSpPr/>
            <p:nvPr/>
          </p:nvSpPr>
          <p:spPr>
            <a:xfrm>
              <a:off x="204027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11" name="Google Shape;1011;p3"/>
            <p:cNvSpPr/>
            <p:nvPr/>
          </p:nvSpPr>
          <p:spPr>
            <a:xfrm>
              <a:off x="2190775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12" name="Google Shape;1012;p3"/>
            <p:cNvSpPr/>
            <p:nvPr/>
          </p:nvSpPr>
          <p:spPr>
            <a:xfrm>
              <a:off x="2190775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13" name="Google Shape;1013;p3"/>
            <p:cNvSpPr/>
            <p:nvPr/>
          </p:nvSpPr>
          <p:spPr>
            <a:xfrm>
              <a:off x="2190775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14" name="Google Shape;1014;p3"/>
            <p:cNvSpPr/>
            <p:nvPr/>
          </p:nvSpPr>
          <p:spPr>
            <a:xfrm>
              <a:off x="2190775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15" name="Google Shape;1015;p3"/>
            <p:cNvSpPr/>
            <p:nvPr/>
          </p:nvSpPr>
          <p:spPr>
            <a:xfrm>
              <a:off x="2190775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16" name="Google Shape;1016;p3"/>
            <p:cNvSpPr/>
            <p:nvPr/>
          </p:nvSpPr>
          <p:spPr>
            <a:xfrm>
              <a:off x="2190775" y="29473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17" name="Google Shape;1017;p3"/>
            <p:cNvSpPr/>
            <p:nvPr/>
          </p:nvSpPr>
          <p:spPr>
            <a:xfrm>
              <a:off x="2190775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18" name="Google Shape;1018;p3"/>
            <p:cNvSpPr/>
            <p:nvPr/>
          </p:nvSpPr>
          <p:spPr>
            <a:xfrm>
              <a:off x="2190775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19" name="Google Shape;1019;p3"/>
            <p:cNvSpPr/>
            <p:nvPr/>
          </p:nvSpPr>
          <p:spPr>
            <a:xfrm>
              <a:off x="2190775" y="49039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20" name="Google Shape;1020;p3"/>
            <p:cNvSpPr/>
            <p:nvPr/>
          </p:nvSpPr>
          <p:spPr>
            <a:xfrm>
              <a:off x="234130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21" name="Google Shape;1021;p3"/>
            <p:cNvSpPr/>
            <p:nvPr/>
          </p:nvSpPr>
          <p:spPr>
            <a:xfrm>
              <a:off x="23413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22" name="Google Shape;1022;p3"/>
            <p:cNvSpPr/>
            <p:nvPr/>
          </p:nvSpPr>
          <p:spPr>
            <a:xfrm>
              <a:off x="234130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23" name="Google Shape;1023;p3"/>
            <p:cNvSpPr/>
            <p:nvPr/>
          </p:nvSpPr>
          <p:spPr>
            <a:xfrm>
              <a:off x="234130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24" name="Google Shape;1024;p3"/>
            <p:cNvSpPr/>
            <p:nvPr/>
          </p:nvSpPr>
          <p:spPr>
            <a:xfrm>
              <a:off x="234130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25" name="Google Shape;1025;p3"/>
            <p:cNvSpPr/>
            <p:nvPr/>
          </p:nvSpPr>
          <p:spPr>
            <a:xfrm>
              <a:off x="23413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26" name="Google Shape;1026;p3"/>
            <p:cNvSpPr/>
            <p:nvPr/>
          </p:nvSpPr>
          <p:spPr>
            <a:xfrm>
              <a:off x="23413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27" name="Google Shape;1027;p3"/>
            <p:cNvSpPr/>
            <p:nvPr/>
          </p:nvSpPr>
          <p:spPr>
            <a:xfrm>
              <a:off x="234130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28" name="Google Shape;1028;p3"/>
            <p:cNvSpPr/>
            <p:nvPr/>
          </p:nvSpPr>
          <p:spPr>
            <a:xfrm>
              <a:off x="249180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29" name="Google Shape;1029;p3"/>
            <p:cNvSpPr/>
            <p:nvPr/>
          </p:nvSpPr>
          <p:spPr>
            <a:xfrm>
              <a:off x="24918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30" name="Google Shape;1030;p3"/>
            <p:cNvSpPr/>
            <p:nvPr/>
          </p:nvSpPr>
          <p:spPr>
            <a:xfrm>
              <a:off x="249180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31" name="Google Shape;1031;p3"/>
            <p:cNvSpPr/>
            <p:nvPr/>
          </p:nvSpPr>
          <p:spPr>
            <a:xfrm>
              <a:off x="24918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32" name="Google Shape;1032;p3"/>
            <p:cNvSpPr/>
            <p:nvPr/>
          </p:nvSpPr>
          <p:spPr>
            <a:xfrm>
              <a:off x="24918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33" name="Google Shape;1033;p3"/>
            <p:cNvSpPr/>
            <p:nvPr/>
          </p:nvSpPr>
          <p:spPr>
            <a:xfrm>
              <a:off x="26423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34" name="Google Shape;1034;p3"/>
            <p:cNvSpPr/>
            <p:nvPr/>
          </p:nvSpPr>
          <p:spPr>
            <a:xfrm>
              <a:off x="26423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35" name="Google Shape;1035;p3"/>
            <p:cNvSpPr/>
            <p:nvPr/>
          </p:nvSpPr>
          <p:spPr>
            <a:xfrm>
              <a:off x="26423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36" name="Google Shape;1036;p3"/>
            <p:cNvSpPr/>
            <p:nvPr/>
          </p:nvSpPr>
          <p:spPr>
            <a:xfrm>
              <a:off x="26423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37" name="Google Shape;1037;p3"/>
            <p:cNvSpPr/>
            <p:nvPr/>
          </p:nvSpPr>
          <p:spPr>
            <a:xfrm>
              <a:off x="26423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38" name="Google Shape;1038;p3"/>
            <p:cNvSpPr/>
            <p:nvPr/>
          </p:nvSpPr>
          <p:spPr>
            <a:xfrm>
              <a:off x="27928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39" name="Google Shape;1039;p3"/>
            <p:cNvSpPr/>
            <p:nvPr/>
          </p:nvSpPr>
          <p:spPr>
            <a:xfrm>
              <a:off x="2943325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40" name="Google Shape;1040;p3"/>
            <p:cNvSpPr/>
            <p:nvPr/>
          </p:nvSpPr>
          <p:spPr>
            <a:xfrm>
              <a:off x="2943325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41" name="Google Shape;1041;p3"/>
            <p:cNvSpPr/>
            <p:nvPr/>
          </p:nvSpPr>
          <p:spPr>
            <a:xfrm>
              <a:off x="30938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42" name="Google Shape;1042;p3"/>
            <p:cNvSpPr/>
            <p:nvPr/>
          </p:nvSpPr>
          <p:spPr>
            <a:xfrm>
              <a:off x="339487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43" name="Google Shape;1043;p3"/>
            <p:cNvSpPr/>
            <p:nvPr/>
          </p:nvSpPr>
          <p:spPr>
            <a:xfrm>
              <a:off x="354537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</p:spTree>
    <p:extLst>
      <p:ext uri="{BB962C8B-B14F-4D97-AF65-F5344CB8AC3E}">
        <p14:creationId xmlns:p14="http://schemas.microsoft.com/office/powerpoint/2010/main" val="1571875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1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4" name="Google Shape;1564;p5"/>
          <p:cNvSpPr txBox="1">
            <a:spLocks noGrp="1"/>
          </p:cNvSpPr>
          <p:nvPr>
            <p:ph type="title"/>
          </p:nvPr>
        </p:nvSpPr>
        <p:spPr>
          <a:xfrm>
            <a:off x="640231" y="206661"/>
            <a:ext cx="8236800" cy="889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565" name="Google Shape;1565;p5"/>
          <p:cNvSpPr txBox="1">
            <a:spLocks noGrp="1"/>
          </p:cNvSpPr>
          <p:nvPr>
            <p:ph type="body" idx="1"/>
          </p:nvPr>
        </p:nvSpPr>
        <p:spPr>
          <a:xfrm>
            <a:off x="641034" y="1255690"/>
            <a:ext cx="7569248" cy="502971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379413" lvl="0" indent="-379413">
              <a:spcBef>
                <a:spcPts val="60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SzPts val="2400"/>
              <a:buFont typeface="Wingdings" panose="05000000000000000000" pitchFamily="2" charset="2"/>
              <a:buChar char="§"/>
              <a:defRPr/>
            </a:lvl1pPr>
            <a:lvl2pPr marL="914309" lvl="1" indent="-380962">
              <a:spcBef>
                <a:spcPts val="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100000"/>
              <a:buFont typeface="Wingdings" panose="05000000000000000000" pitchFamily="2" charset="2"/>
              <a:buChar char="§"/>
              <a:defRPr sz="2000"/>
            </a:lvl2pPr>
            <a:lvl3pPr marL="1371464" lvl="2" indent="-380962">
              <a:spcBef>
                <a:spcPts val="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ts val="2400"/>
              <a:buChar char="▫"/>
              <a:defRPr sz="1800"/>
            </a:lvl3pPr>
            <a:lvl4pPr marL="1828618" lvl="3" indent="-380962">
              <a:spcBef>
                <a:spcPts val="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  <a:buSzPts val="2400"/>
              <a:buChar char="▫"/>
              <a:defRPr sz="1600"/>
            </a:lvl4pPr>
            <a:lvl5pPr marL="2285774" lvl="4" indent="-380962">
              <a:spcBef>
                <a:spcPts val="0"/>
              </a:spcBef>
              <a:spcAft>
                <a:spcPts val="0"/>
              </a:spcAft>
              <a:buClr>
                <a:schemeClr val="accent1">
                  <a:lumMod val="20000"/>
                  <a:lumOff val="80000"/>
                </a:schemeClr>
              </a:buClr>
              <a:buSzPts val="2400"/>
              <a:buChar char="▫"/>
              <a:defRPr sz="1400"/>
            </a:lvl5pPr>
            <a:lvl6pPr marL="2742926" lvl="5" indent="-380962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6pPr>
            <a:lvl7pPr marL="3200080" lvl="6" indent="-380962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3657235" lvl="7" indent="-380962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4114389" lvl="8" indent="-380962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grpSp>
        <p:nvGrpSpPr>
          <p:cNvPr id="1566" name="Google Shape;1566;p5"/>
          <p:cNvGrpSpPr/>
          <p:nvPr/>
        </p:nvGrpSpPr>
        <p:grpSpPr>
          <a:xfrm rot="10800000">
            <a:off x="8851487" y="38276"/>
            <a:ext cx="264012" cy="6781736"/>
            <a:chOff x="5307800" y="238125"/>
            <a:chExt cx="271925" cy="5238750"/>
          </a:xfrm>
        </p:grpSpPr>
        <p:sp>
          <p:nvSpPr>
            <p:cNvPr id="1567" name="Google Shape;1567;p5"/>
            <p:cNvSpPr/>
            <p:nvPr/>
          </p:nvSpPr>
          <p:spPr>
            <a:xfrm>
              <a:off x="5307800" y="2381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68" name="Google Shape;1568;p5"/>
            <p:cNvSpPr/>
            <p:nvPr/>
          </p:nvSpPr>
          <p:spPr>
            <a:xfrm>
              <a:off x="5307800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69" name="Google Shape;1569;p5"/>
            <p:cNvSpPr/>
            <p:nvPr/>
          </p:nvSpPr>
          <p:spPr>
            <a:xfrm>
              <a:off x="5307800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70" name="Google Shape;1570;p5"/>
            <p:cNvSpPr/>
            <p:nvPr/>
          </p:nvSpPr>
          <p:spPr>
            <a:xfrm>
              <a:off x="5307800" y="6896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71" name="Google Shape;1571;p5"/>
            <p:cNvSpPr/>
            <p:nvPr/>
          </p:nvSpPr>
          <p:spPr>
            <a:xfrm>
              <a:off x="5307800" y="8401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72" name="Google Shape;1572;p5"/>
            <p:cNvSpPr/>
            <p:nvPr/>
          </p:nvSpPr>
          <p:spPr>
            <a:xfrm>
              <a:off x="5307800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73" name="Google Shape;1573;p5"/>
            <p:cNvSpPr/>
            <p:nvPr/>
          </p:nvSpPr>
          <p:spPr>
            <a:xfrm>
              <a:off x="5307800" y="11411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74" name="Google Shape;1574;p5"/>
            <p:cNvSpPr/>
            <p:nvPr/>
          </p:nvSpPr>
          <p:spPr>
            <a:xfrm>
              <a:off x="5307800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75" name="Google Shape;1575;p5"/>
            <p:cNvSpPr/>
            <p:nvPr/>
          </p:nvSpPr>
          <p:spPr>
            <a:xfrm>
              <a:off x="5307800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76" name="Google Shape;1576;p5"/>
            <p:cNvSpPr/>
            <p:nvPr/>
          </p:nvSpPr>
          <p:spPr>
            <a:xfrm>
              <a:off x="5307800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77" name="Google Shape;1577;p5"/>
            <p:cNvSpPr/>
            <p:nvPr/>
          </p:nvSpPr>
          <p:spPr>
            <a:xfrm>
              <a:off x="5307800" y="17432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78" name="Google Shape;1578;p5"/>
            <p:cNvSpPr/>
            <p:nvPr/>
          </p:nvSpPr>
          <p:spPr>
            <a:xfrm>
              <a:off x="5307800" y="18937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79" name="Google Shape;1579;p5"/>
            <p:cNvSpPr/>
            <p:nvPr/>
          </p:nvSpPr>
          <p:spPr>
            <a:xfrm>
              <a:off x="5307800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80" name="Google Shape;1580;p5"/>
            <p:cNvSpPr/>
            <p:nvPr/>
          </p:nvSpPr>
          <p:spPr>
            <a:xfrm>
              <a:off x="5307800" y="21947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81" name="Google Shape;1581;p5"/>
            <p:cNvSpPr/>
            <p:nvPr/>
          </p:nvSpPr>
          <p:spPr>
            <a:xfrm>
              <a:off x="5307800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82" name="Google Shape;1582;p5"/>
            <p:cNvSpPr/>
            <p:nvPr/>
          </p:nvSpPr>
          <p:spPr>
            <a:xfrm>
              <a:off x="5307800" y="24957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83" name="Google Shape;1583;p5"/>
            <p:cNvSpPr/>
            <p:nvPr/>
          </p:nvSpPr>
          <p:spPr>
            <a:xfrm>
              <a:off x="5307800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84" name="Google Shape;1584;p5"/>
            <p:cNvSpPr/>
            <p:nvPr/>
          </p:nvSpPr>
          <p:spPr>
            <a:xfrm>
              <a:off x="5307800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85" name="Google Shape;1585;p5"/>
            <p:cNvSpPr/>
            <p:nvPr/>
          </p:nvSpPr>
          <p:spPr>
            <a:xfrm>
              <a:off x="5307800" y="29473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86" name="Google Shape;1586;p5"/>
            <p:cNvSpPr/>
            <p:nvPr/>
          </p:nvSpPr>
          <p:spPr>
            <a:xfrm>
              <a:off x="5307800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87" name="Google Shape;1587;p5"/>
            <p:cNvSpPr/>
            <p:nvPr/>
          </p:nvSpPr>
          <p:spPr>
            <a:xfrm>
              <a:off x="5307800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88" name="Google Shape;1588;p5"/>
            <p:cNvSpPr/>
            <p:nvPr/>
          </p:nvSpPr>
          <p:spPr>
            <a:xfrm>
              <a:off x="5307800" y="33988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89" name="Google Shape;1589;p5"/>
            <p:cNvSpPr/>
            <p:nvPr/>
          </p:nvSpPr>
          <p:spPr>
            <a:xfrm>
              <a:off x="5307800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90" name="Google Shape;1590;p5"/>
            <p:cNvSpPr/>
            <p:nvPr/>
          </p:nvSpPr>
          <p:spPr>
            <a:xfrm>
              <a:off x="5307800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91" name="Google Shape;1591;p5"/>
            <p:cNvSpPr/>
            <p:nvPr/>
          </p:nvSpPr>
          <p:spPr>
            <a:xfrm>
              <a:off x="5307800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92" name="Google Shape;1592;p5"/>
            <p:cNvSpPr/>
            <p:nvPr/>
          </p:nvSpPr>
          <p:spPr>
            <a:xfrm>
              <a:off x="5307800" y="40008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93" name="Google Shape;1593;p5"/>
            <p:cNvSpPr/>
            <p:nvPr/>
          </p:nvSpPr>
          <p:spPr>
            <a:xfrm>
              <a:off x="5307800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94" name="Google Shape;1594;p5"/>
            <p:cNvSpPr/>
            <p:nvPr/>
          </p:nvSpPr>
          <p:spPr>
            <a:xfrm>
              <a:off x="5307800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95" name="Google Shape;1595;p5"/>
            <p:cNvSpPr/>
            <p:nvPr/>
          </p:nvSpPr>
          <p:spPr>
            <a:xfrm>
              <a:off x="5307800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96" name="Google Shape;1596;p5"/>
            <p:cNvSpPr/>
            <p:nvPr/>
          </p:nvSpPr>
          <p:spPr>
            <a:xfrm>
              <a:off x="5307800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97" name="Google Shape;1597;p5"/>
            <p:cNvSpPr/>
            <p:nvPr/>
          </p:nvSpPr>
          <p:spPr>
            <a:xfrm>
              <a:off x="5307800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98" name="Google Shape;1598;p5"/>
            <p:cNvSpPr/>
            <p:nvPr/>
          </p:nvSpPr>
          <p:spPr>
            <a:xfrm>
              <a:off x="5307800" y="49039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99" name="Google Shape;1599;p5"/>
            <p:cNvSpPr/>
            <p:nvPr/>
          </p:nvSpPr>
          <p:spPr>
            <a:xfrm>
              <a:off x="5307800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00" name="Google Shape;1600;p5"/>
            <p:cNvSpPr/>
            <p:nvPr/>
          </p:nvSpPr>
          <p:spPr>
            <a:xfrm>
              <a:off x="5307800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01" name="Google Shape;1601;p5"/>
            <p:cNvSpPr/>
            <p:nvPr/>
          </p:nvSpPr>
          <p:spPr>
            <a:xfrm>
              <a:off x="5307800" y="53554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02" name="Google Shape;1602;p5"/>
            <p:cNvSpPr/>
            <p:nvPr/>
          </p:nvSpPr>
          <p:spPr>
            <a:xfrm>
              <a:off x="54583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03" name="Google Shape;1603;p5"/>
            <p:cNvSpPr/>
            <p:nvPr/>
          </p:nvSpPr>
          <p:spPr>
            <a:xfrm>
              <a:off x="54583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04" name="Google Shape;1604;p5"/>
            <p:cNvSpPr/>
            <p:nvPr/>
          </p:nvSpPr>
          <p:spPr>
            <a:xfrm>
              <a:off x="54583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05" name="Google Shape;1605;p5"/>
            <p:cNvSpPr/>
            <p:nvPr/>
          </p:nvSpPr>
          <p:spPr>
            <a:xfrm>
              <a:off x="54583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06" name="Google Shape;1606;p5"/>
            <p:cNvSpPr/>
            <p:nvPr/>
          </p:nvSpPr>
          <p:spPr>
            <a:xfrm>
              <a:off x="54583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07" name="Google Shape;1607;p5"/>
            <p:cNvSpPr/>
            <p:nvPr/>
          </p:nvSpPr>
          <p:spPr>
            <a:xfrm>
              <a:off x="54583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08" name="Google Shape;1608;p5"/>
            <p:cNvSpPr/>
            <p:nvPr/>
          </p:nvSpPr>
          <p:spPr>
            <a:xfrm>
              <a:off x="54583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09" name="Google Shape;1609;p5"/>
            <p:cNvSpPr/>
            <p:nvPr/>
          </p:nvSpPr>
          <p:spPr>
            <a:xfrm>
              <a:off x="54583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10" name="Google Shape;1610;p5"/>
            <p:cNvSpPr/>
            <p:nvPr/>
          </p:nvSpPr>
          <p:spPr>
            <a:xfrm>
              <a:off x="54583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11" name="Google Shape;1611;p5"/>
            <p:cNvSpPr/>
            <p:nvPr/>
          </p:nvSpPr>
          <p:spPr>
            <a:xfrm>
              <a:off x="54583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12" name="Google Shape;1612;p5"/>
            <p:cNvSpPr/>
            <p:nvPr/>
          </p:nvSpPr>
          <p:spPr>
            <a:xfrm>
              <a:off x="54583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13" name="Google Shape;1613;p5"/>
            <p:cNvSpPr/>
            <p:nvPr/>
          </p:nvSpPr>
          <p:spPr>
            <a:xfrm>
              <a:off x="54583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14" name="Google Shape;1614;p5"/>
            <p:cNvSpPr/>
            <p:nvPr/>
          </p:nvSpPr>
          <p:spPr>
            <a:xfrm>
              <a:off x="54583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15" name="Google Shape;1615;p5"/>
            <p:cNvSpPr/>
            <p:nvPr/>
          </p:nvSpPr>
          <p:spPr>
            <a:xfrm>
              <a:off x="54583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16" name="Google Shape;1616;p5"/>
            <p:cNvSpPr/>
            <p:nvPr/>
          </p:nvSpPr>
          <p:spPr>
            <a:xfrm>
              <a:off x="54583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17" name="Google Shape;1617;p5"/>
            <p:cNvSpPr/>
            <p:nvPr/>
          </p:nvSpPr>
          <p:spPr>
            <a:xfrm>
              <a:off x="54583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18" name="Google Shape;1618;p5"/>
            <p:cNvSpPr/>
            <p:nvPr/>
          </p:nvSpPr>
          <p:spPr>
            <a:xfrm>
              <a:off x="54583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19" name="Google Shape;1619;p5"/>
            <p:cNvSpPr/>
            <p:nvPr/>
          </p:nvSpPr>
          <p:spPr>
            <a:xfrm>
              <a:off x="54583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20" name="Google Shape;1620;p5"/>
            <p:cNvSpPr/>
            <p:nvPr/>
          </p:nvSpPr>
          <p:spPr>
            <a:xfrm>
              <a:off x="545832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21" name="Google Shape;1621;p5"/>
            <p:cNvSpPr/>
            <p:nvPr/>
          </p:nvSpPr>
          <p:spPr>
            <a:xfrm>
              <a:off x="54583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22" name="Google Shape;1622;p5"/>
            <p:cNvSpPr/>
            <p:nvPr/>
          </p:nvSpPr>
          <p:spPr>
            <a:xfrm>
              <a:off x="54583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23" name="Google Shape;1623;p5"/>
            <p:cNvSpPr/>
            <p:nvPr/>
          </p:nvSpPr>
          <p:spPr>
            <a:xfrm>
              <a:off x="54583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  <p:grpSp>
        <p:nvGrpSpPr>
          <p:cNvPr id="1624" name="Google Shape;1624;p5"/>
          <p:cNvGrpSpPr/>
          <p:nvPr/>
        </p:nvGrpSpPr>
        <p:grpSpPr>
          <a:xfrm rot="10800000">
            <a:off x="7828579" y="38276"/>
            <a:ext cx="1140783" cy="6781736"/>
            <a:chOff x="5458325" y="238125"/>
            <a:chExt cx="1174975" cy="5238750"/>
          </a:xfrm>
        </p:grpSpPr>
        <p:sp>
          <p:nvSpPr>
            <p:cNvPr id="1625" name="Google Shape;1625;p5"/>
            <p:cNvSpPr/>
            <p:nvPr/>
          </p:nvSpPr>
          <p:spPr>
            <a:xfrm>
              <a:off x="545832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26" name="Google Shape;1626;p5"/>
            <p:cNvSpPr/>
            <p:nvPr/>
          </p:nvSpPr>
          <p:spPr>
            <a:xfrm>
              <a:off x="54583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27" name="Google Shape;1627;p5"/>
            <p:cNvSpPr/>
            <p:nvPr/>
          </p:nvSpPr>
          <p:spPr>
            <a:xfrm>
              <a:off x="545832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28" name="Google Shape;1628;p5"/>
            <p:cNvSpPr/>
            <p:nvPr/>
          </p:nvSpPr>
          <p:spPr>
            <a:xfrm>
              <a:off x="54583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29" name="Google Shape;1629;p5"/>
            <p:cNvSpPr/>
            <p:nvPr/>
          </p:nvSpPr>
          <p:spPr>
            <a:xfrm>
              <a:off x="545832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30" name="Google Shape;1630;p5"/>
            <p:cNvSpPr/>
            <p:nvPr/>
          </p:nvSpPr>
          <p:spPr>
            <a:xfrm>
              <a:off x="54583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31" name="Google Shape;1631;p5"/>
            <p:cNvSpPr/>
            <p:nvPr/>
          </p:nvSpPr>
          <p:spPr>
            <a:xfrm>
              <a:off x="54583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32" name="Google Shape;1632;p5"/>
            <p:cNvSpPr/>
            <p:nvPr/>
          </p:nvSpPr>
          <p:spPr>
            <a:xfrm>
              <a:off x="54583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33" name="Google Shape;1633;p5"/>
            <p:cNvSpPr/>
            <p:nvPr/>
          </p:nvSpPr>
          <p:spPr>
            <a:xfrm>
              <a:off x="54583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34" name="Google Shape;1634;p5"/>
            <p:cNvSpPr/>
            <p:nvPr/>
          </p:nvSpPr>
          <p:spPr>
            <a:xfrm>
              <a:off x="54583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35" name="Google Shape;1635;p5"/>
            <p:cNvSpPr/>
            <p:nvPr/>
          </p:nvSpPr>
          <p:spPr>
            <a:xfrm>
              <a:off x="54583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36" name="Google Shape;1636;p5"/>
            <p:cNvSpPr/>
            <p:nvPr/>
          </p:nvSpPr>
          <p:spPr>
            <a:xfrm>
              <a:off x="54583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37" name="Google Shape;1637;p5"/>
            <p:cNvSpPr/>
            <p:nvPr/>
          </p:nvSpPr>
          <p:spPr>
            <a:xfrm>
              <a:off x="54583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38" name="Google Shape;1638;p5"/>
            <p:cNvSpPr/>
            <p:nvPr/>
          </p:nvSpPr>
          <p:spPr>
            <a:xfrm>
              <a:off x="56088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39" name="Google Shape;1639;p5"/>
            <p:cNvSpPr/>
            <p:nvPr/>
          </p:nvSpPr>
          <p:spPr>
            <a:xfrm>
              <a:off x="56088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40" name="Google Shape;1640;p5"/>
            <p:cNvSpPr/>
            <p:nvPr/>
          </p:nvSpPr>
          <p:spPr>
            <a:xfrm>
              <a:off x="56088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41" name="Google Shape;1641;p5"/>
            <p:cNvSpPr/>
            <p:nvPr/>
          </p:nvSpPr>
          <p:spPr>
            <a:xfrm>
              <a:off x="560882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42" name="Google Shape;1642;p5"/>
            <p:cNvSpPr/>
            <p:nvPr/>
          </p:nvSpPr>
          <p:spPr>
            <a:xfrm>
              <a:off x="56088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43" name="Google Shape;1643;p5"/>
            <p:cNvSpPr/>
            <p:nvPr/>
          </p:nvSpPr>
          <p:spPr>
            <a:xfrm>
              <a:off x="56088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44" name="Google Shape;1644;p5"/>
            <p:cNvSpPr/>
            <p:nvPr/>
          </p:nvSpPr>
          <p:spPr>
            <a:xfrm>
              <a:off x="56088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45" name="Google Shape;1645;p5"/>
            <p:cNvSpPr/>
            <p:nvPr/>
          </p:nvSpPr>
          <p:spPr>
            <a:xfrm>
              <a:off x="56088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46" name="Google Shape;1646;p5"/>
            <p:cNvSpPr/>
            <p:nvPr/>
          </p:nvSpPr>
          <p:spPr>
            <a:xfrm>
              <a:off x="56088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47" name="Google Shape;1647;p5"/>
            <p:cNvSpPr/>
            <p:nvPr/>
          </p:nvSpPr>
          <p:spPr>
            <a:xfrm>
              <a:off x="560882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48" name="Google Shape;1648;p5"/>
            <p:cNvSpPr/>
            <p:nvPr/>
          </p:nvSpPr>
          <p:spPr>
            <a:xfrm>
              <a:off x="56088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49" name="Google Shape;1649;p5"/>
            <p:cNvSpPr/>
            <p:nvPr/>
          </p:nvSpPr>
          <p:spPr>
            <a:xfrm>
              <a:off x="56088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50" name="Google Shape;1650;p5"/>
            <p:cNvSpPr/>
            <p:nvPr/>
          </p:nvSpPr>
          <p:spPr>
            <a:xfrm>
              <a:off x="56088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51" name="Google Shape;1651;p5"/>
            <p:cNvSpPr/>
            <p:nvPr/>
          </p:nvSpPr>
          <p:spPr>
            <a:xfrm>
              <a:off x="56088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52" name="Google Shape;1652;p5"/>
            <p:cNvSpPr/>
            <p:nvPr/>
          </p:nvSpPr>
          <p:spPr>
            <a:xfrm>
              <a:off x="56088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53" name="Google Shape;1653;p5"/>
            <p:cNvSpPr/>
            <p:nvPr/>
          </p:nvSpPr>
          <p:spPr>
            <a:xfrm>
              <a:off x="56088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54" name="Google Shape;1654;p5"/>
            <p:cNvSpPr/>
            <p:nvPr/>
          </p:nvSpPr>
          <p:spPr>
            <a:xfrm>
              <a:off x="56088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55" name="Google Shape;1655;p5"/>
            <p:cNvSpPr/>
            <p:nvPr/>
          </p:nvSpPr>
          <p:spPr>
            <a:xfrm>
              <a:off x="56088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56" name="Google Shape;1656;p5"/>
            <p:cNvSpPr/>
            <p:nvPr/>
          </p:nvSpPr>
          <p:spPr>
            <a:xfrm>
              <a:off x="56088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57" name="Google Shape;1657;p5"/>
            <p:cNvSpPr/>
            <p:nvPr/>
          </p:nvSpPr>
          <p:spPr>
            <a:xfrm>
              <a:off x="56088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58" name="Google Shape;1658;p5"/>
            <p:cNvSpPr/>
            <p:nvPr/>
          </p:nvSpPr>
          <p:spPr>
            <a:xfrm>
              <a:off x="56088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59" name="Google Shape;1659;p5"/>
            <p:cNvSpPr/>
            <p:nvPr/>
          </p:nvSpPr>
          <p:spPr>
            <a:xfrm>
              <a:off x="56088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60" name="Google Shape;1660;p5"/>
            <p:cNvSpPr/>
            <p:nvPr/>
          </p:nvSpPr>
          <p:spPr>
            <a:xfrm>
              <a:off x="56088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61" name="Google Shape;1661;p5"/>
            <p:cNvSpPr/>
            <p:nvPr/>
          </p:nvSpPr>
          <p:spPr>
            <a:xfrm>
              <a:off x="56088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62" name="Google Shape;1662;p5"/>
            <p:cNvSpPr/>
            <p:nvPr/>
          </p:nvSpPr>
          <p:spPr>
            <a:xfrm>
              <a:off x="56088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63" name="Google Shape;1663;p5"/>
            <p:cNvSpPr/>
            <p:nvPr/>
          </p:nvSpPr>
          <p:spPr>
            <a:xfrm>
              <a:off x="56088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64" name="Google Shape;1664;p5"/>
            <p:cNvSpPr/>
            <p:nvPr/>
          </p:nvSpPr>
          <p:spPr>
            <a:xfrm>
              <a:off x="560882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65" name="Google Shape;1665;p5"/>
            <p:cNvSpPr/>
            <p:nvPr/>
          </p:nvSpPr>
          <p:spPr>
            <a:xfrm>
              <a:off x="56088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66" name="Google Shape;1666;p5"/>
            <p:cNvSpPr/>
            <p:nvPr/>
          </p:nvSpPr>
          <p:spPr>
            <a:xfrm>
              <a:off x="56088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67" name="Google Shape;1667;p5"/>
            <p:cNvSpPr/>
            <p:nvPr/>
          </p:nvSpPr>
          <p:spPr>
            <a:xfrm>
              <a:off x="56088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68" name="Google Shape;1668;p5"/>
            <p:cNvSpPr/>
            <p:nvPr/>
          </p:nvSpPr>
          <p:spPr>
            <a:xfrm>
              <a:off x="56088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69" name="Google Shape;1669;p5"/>
            <p:cNvSpPr/>
            <p:nvPr/>
          </p:nvSpPr>
          <p:spPr>
            <a:xfrm>
              <a:off x="57593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70" name="Google Shape;1670;p5"/>
            <p:cNvSpPr/>
            <p:nvPr/>
          </p:nvSpPr>
          <p:spPr>
            <a:xfrm>
              <a:off x="575935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71" name="Google Shape;1671;p5"/>
            <p:cNvSpPr/>
            <p:nvPr/>
          </p:nvSpPr>
          <p:spPr>
            <a:xfrm>
              <a:off x="57593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72" name="Google Shape;1672;p5"/>
            <p:cNvSpPr/>
            <p:nvPr/>
          </p:nvSpPr>
          <p:spPr>
            <a:xfrm>
              <a:off x="575935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73" name="Google Shape;1673;p5"/>
            <p:cNvSpPr/>
            <p:nvPr/>
          </p:nvSpPr>
          <p:spPr>
            <a:xfrm>
              <a:off x="575935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74" name="Google Shape;1674;p5"/>
            <p:cNvSpPr/>
            <p:nvPr/>
          </p:nvSpPr>
          <p:spPr>
            <a:xfrm>
              <a:off x="575935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75" name="Google Shape;1675;p5"/>
            <p:cNvSpPr/>
            <p:nvPr/>
          </p:nvSpPr>
          <p:spPr>
            <a:xfrm>
              <a:off x="575935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76" name="Google Shape;1676;p5"/>
            <p:cNvSpPr/>
            <p:nvPr/>
          </p:nvSpPr>
          <p:spPr>
            <a:xfrm>
              <a:off x="575935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77" name="Google Shape;1677;p5"/>
            <p:cNvSpPr/>
            <p:nvPr/>
          </p:nvSpPr>
          <p:spPr>
            <a:xfrm>
              <a:off x="575935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78" name="Google Shape;1678;p5"/>
            <p:cNvSpPr/>
            <p:nvPr/>
          </p:nvSpPr>
          <p:spPr>
            <a:xfrm>
              <a:off x="575935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79" name="Google Shape;1679;p5"/>
            <p:cNvSpPr/>
            <p:nvPr/>
          </p:nvSpPr>
          <p:spPr>
            <a:xfrm>
              <a:off x="57593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80" name="Google Shape;1680;p5"/>
            <p:cNvSpPr/>
            <p:nvPr/>
          </p:nvSpPr>
          <p:spPr>
            <a:xfrm>
              <a:off x="59098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81" name="Google Shape;1681;p5"/>
            <p:cNvSpPr/>
            <p:nvPr/>
          </p:nvSpPr>
          <p:spPr>
            <a:xfrm>
              <a:off x="590985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82" name="Google Shape;1682;p5"/>
            <p:cNvSpPr/>
            <p:nvPr/>
          </p:nvSpPr>
          <p:spPr>
            <a:xfrm>
              <a:off x="590985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83" name="Google Shape;1683;p5"/>
            <p:cNvSpPr/>
            <p:nvPr/>
          </p:nvSpPr>
          <p:spPr>
            <a:xfrm>
              <a:off x="606037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84" name="Google Shape;1684;p5"/>
            <p:cNvSpPr/>
            <p:nvPr/>
          </p:nvSpPr>
          <p:spPr>
            <a:xfrm>
              <a:off x="621087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85" name="Google Shape;1685;p5"/>
            <p:cNvSpPr/>
            <p:nvPr/>
          </p:nvSpPr>
          <p:spPr>
            <a:xfrm>
              <a:off x="621087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86" name="Google Shape;1686;p5"/>
            <p:cNvSpPr/>
            <p:nvPr/>
          </p:nvSpPr>
          <p:spPr>
            <a:xfrm>
              <a:off x="65119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  <p:grpSp>
        <p:nvGrpSpPr>
          <p:cNvPr id="1687" name="Google Shape;1687;p5"/>
          <p:cNvGrpSpPr/>
          <p:nvPr/>
        </p:nvGrpSpPr>
        <p:grpSpPr>
          <a:xfrm rot="10800000">
            <a:off x="7682459" y="38276"/>
            <a:ext cx="994639" cy="6586909"/>
            <a:chOff x="5759350" y="388625"/>
            <a:chExt cx="1024450" cy="5088250"/>
          </a:xfrm>
        </p:grpSpPr>
        <p:sp>
          <p:nvSpPr>
            <p:cNvPr id="1688" name="Google Shape;1688;p5"/>
            <p:cNvSpPr/>
            <p:nvPr/>
          </p:nvSpPr>
          <p:spPr>
            <a:xfrm>
              <a:off x="575935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89" name="Google Shape;1689;p5"/>
            <p:cNvSpPr/>
            <p:nvPr/>
          </p:nvSpPr>
          <p:spPr>
            <a:xfrm>
              <a:off x="575935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90" name="Google Shape;1690;p5"/>
            <p:cNvSpPr/>
            <p:nvPr/>
          </p:nvSpPr>
          <p:spPr>
            <a:xfrm>
              <a:off x="575935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91" name="Google Shape;1691;p5"/>
            <p:cNvSpPr/>
            <p:nvPr/>
          </p:nvSpPr>
          <p:spPr>
            <a:xfrm>
              <a:off x="575935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92" name="Google Shape;1692;p5"/>
            <p:cNvSpPr/>
            <p:nvPr/>
          </p:nvSpPr>
          <p:spPr>
            <a:xfrm>
              <a:off x="575935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93" name="Google Shape;1693;p5"/>
            <p:cNvSpPr/>
            <p:nvPr/>
          </p:nvSpPr>
          <p:spPr>
            <a:xfrm>
              <a:off x="57593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94" name="Google Shape;1694;p5"/>
            <p:cNvSpPr/>
            <p:nvPr/>
          </p:nvSpPr>
          <p:spPr>
            <a:xfrm>
              <a:off x="575935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95" name="Google Shape;1695;p5"/>
            <p:cNvSpPr/>
            <p:nvPr/>
          </p:nvSpPr>
          <p:spPr>
            <a:xfrm>
              <a:off x="590985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96" name="Google Shape;1696;p5"/>
            <p:cNvSpPr/>
            <p:nvPr/>
          </p:nvSpPr>
          <p:spPr>
            <a:xfrm>
              <a:off x="59098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97" name="Google Shape;1697;p5"/>
            <p:cNvSpPr/>
            <p:nvPr/>
          </p:nvSpPr>
          <p:spPr>
            <a:xfrm>
              <a:off x="590985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98" name="Google Shape;1698;p5"/>
            <p:cNvSpPr/>
            <p:nvPr/>
          </p:nvSpPr>
          <p:spPr>
            <a:xfrm>
              <a:off x="590985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99" name="Google Shape;1699;p5"/>
            <p:cNvSpPr/>
            <p:nvPr/>
          </p:nvSpPr>
          <p:spPr>
            <a:xfrm>
              <a:off x="59098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00" name="Google Shape;1700;p5"/>
            <p:cNvSpPr/>
            <p:nvPr/>
          </p:nvSpPr>
          <p:spPr>
            <a:xfrm>
              <a:off x="590985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01" name="Google Shape;1701;p5"/>
            <p:cNvSpPr/>
            <p:nvPr/>
          </p:nvSpPr>
          <p:spPr>
            <a:xfrm>
              <a:off x="590985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02" name="Google Shape;1702;p5"/>
            <p:cNvSpPr/>
            <p:nvPr/>
          </p:nvSpPr>
          <p:spPr>
            <a:xfrm>
              <a:off x="590985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03" name="Google Shape;1703;p5"/>
            <p:cNvSpPr/>
            <p:nvPr/>
          </p:nvSpPr>
          <p:spPr>
            <a:xfrm>
              <a:off x="59098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04" name="Google Shape;1704;p5"/>
            <p:cNvSpPr/>
            <p:nvPr/>
          </p:nvSpPr>
          <p:spPr>
            <a:xfrm>
              <a:off x="590985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05" name="Google Shape;1705;p5"/>
            <p:cNvSpPr/>
            <p:nvPr/>
          </p:nvSpPr>
          <p:spPr>
            <a:xfrm>
              <a:off x="590985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06" name="Google Shape;1706;p5"/>
            <p:cNvSpPr/>
            <p:nvPr/>
          </p:nvSpPr>
          <p:spPr>
            <a:xfrm>
              <a:off x="590985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07" name="Google Shape;1707;p5"/>
            <p:cNvSpPr/>
            <p:nvPr/>
          </p:nvSpPr>
          <p:spPr>
            <a:xfrm>
              <a:off x="590985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08" name="Google Shape;1708;p5"/>
            <p:cNvSpPr/>
            <p:nvPr/>
          </p:nvSpPr>
          <p:spPr>
            <a:xfrm>
              <a:off x="590985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09" name="Google Shape;1709;p5"/>
            <p:cNvSpPr/>
            <p:nvPr/>
          </p:nvSpPr>
          <p:spPr>
            <a:xfrm>
              <a:off x="59098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10" name="Google Shape;1710;p5"/>
            <p:cNvSpPr/>
            <p:nvPr/>
          </p:nvSpPr>
          <p:spPr>
            <a:xfrm>
              <a:off x="59098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11" name="Google Shape;1711;p5"/>
            <p:cNvSpPr/>
            <p:nvPr/>
          </p:nvSpPr>
          <p:spPr>
            <a:xfrm>
              <a:off x="590985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12" name="Google Shape;1712;p5"/>
            <p:cNvSpPr/>
            <p:nvPr/>
          </p:nvSpPr>
          <p:spPr>
            <a:xfrm>
              <a:off x="59098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13" name="Google Shape;1713;p5"/>
            <p:cNvSpPr/>
            <p:nvPr/>
          </p:nvSpPr>
          <p:spPr>
            <a:xfrm>
              <a:off x="590985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14" name="Google Shape;1714;p5"/>
            <p:cNvSpPr/>
            <p:nvPr/>
          </p:nvSpPr>
          <p:spPr>
            <a:xfrm>
              <a:off x="606037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15" name="Google Shape;1715;p5"/>
            <p:cNvSpPr/>
            <p:nvPr/>
          </p:nvSpPr>
          <p:spPr>
            <a:xfrm>
              <a:off x="606037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16" name="Google Shape;1716;p5"/>
            <p:cNvSpPr/>
            <p:nvPr/>
          </p:nvSpPr>
          <p:spPr>
            <a:xfrm>
              <a:off x="606037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17" name="Google Shape;1717;p5"/>
            <p:cNvSpPr/>
            <p:nvPr/>
          </p:nvSpPr>
          <p:spPr>
            <a:xfrm>
              <a:off x="606037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18" name="Google Shape;1718;p5"/>
            <p:cNvSpPr/>
            <p:nvPr/>
          </p:nvSpPr>
          <p:spPr>
            <a:xfrm>
              <a:off x="606037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19" name="Google Shape;1719;p5"/>
            <p:cNvSpPr/>
            <p:nvPr/>
          </p:nvSpPr>
          <p:spPr>
            <a:xfrm>
              <a:off x="606037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20" name="Google Shape;1720;p5"/>
            <p:cNvSpPr/>
            <p:nvPr/>
          </p:nvSpPr>
          <p:spPr>
            <a:xfrm>
              <a:off x="606037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21" name="Google Shape;1721;p5"/>
            <p:cNvSpPr/>
            <p:nvPr/>
          </p:nvSpPr>
          <p:spPr>
            <a:xfrm>
              <a:off x="606037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22" name="Google Shape;1722;p5"/>
            <p:cNvSpPr/>
            <p:nvPr/>
          </p:nvSpPr>
          <p:spPr>
            <a:xfrm>
              <a:off x="606037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23" name="Google Shape;1723;p5"/>
            <p:cNvSpPr/>
            <p:nvPr/>
          </p:nvSpPr>
          <p:spPr>
            <a:xfrm>
              <a:off x="606037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24" name="Google Shape;1724;p5"/>
            <p:cNvSpPr/>
            <p:nvPr/>
          </p:nvSpPr>
          <p:spPr>
            <a:xfrm>
              <a:off x="606037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25" name="Google Shape;1725;p5"/>
            <p:cNvSpPr/>
            <p:nvPr/>
          </p:nvSpPr>
          <p:spPr>
            <a:xfrm>
              <a:off x="606037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26" name="Google Shape;1726;p5"/>
            <p:cNvSpPr/>
            <p:nvPr/>
          </p:nvSpPr>
          <p:spPr>
            <a:xfrm>
              <a:off x="606037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27" name="Google Shape;1727;p5"/>
            <p:cNvSpPr/>
            <p:nvPr/>
          </p:nvSpPr>
          <p:spPr>
            <a:xfrm>
              <a:off x="606037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28" name="Google Shape;1728;p5"/>
            <p:cNvSpPr/>
            <p:nvPr/>
          </p:nvSpPr>
          <p:spPr>
            <a:xfrm>
              <a:off x="606037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29" name="Google Shape;1729;p5"/>
            <p:cNvSpPr/>
            <p:nvPr/>
          </p:nvSpPr>
          <p:spPr>
            <a:xfrm>
              <a:off x="606037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30" name="Google Shape;1730;p5"/>
            <p:cNvSpPr/>
            <p:nvPr/>
          </p:nvSpPr>
          <p:spPr>
            <a:xfrm>
              <a:off x="606037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31" name="Google Shape;1731;p5"/>
            <p:cNvSpPr/>
            <p:nvPr/>
          </p:nvSpPr>
          <p:spPr>
            <a:xfrm>
              <a:off x="606037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32" name="Google Shape;1732;p5"/>
            <p:cNvSpPr/>
            <p:nvPr/>
          </p:nvSpPr>
          <p:spPr>
            <a:xfrm>
              <a:off x="606037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33" name="Google Shape;1733;p5"/>
            <p:cNvSpPr/>
            <p:nvPr/>
          </p:nvSpPr>
          <p:spPr>
            <a:xfrm>
              <a:off x="606037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34" name="Google Shape;1734;p5"/>
            <p:cNvSpPr/>
            <p:nvPr/>
          </p:nvSpPr>
          <p:spPr>
            <a:xfrm>
              <a:off x="606037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35" name="Google Shape;1735;p5"/>
            <p:cNvSpPr/>
            <p:nvPr/>
          </p:nvSpPr>
          <p:spPr>
            <a:xfrm>
              <a:off x="606037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36" name="Google Shape;1736;p5"/>
            <p:cNvSpPr/>
            <p:nvPr/>
          </p:nvSpPr>
          <p:spPr>
            <a:xfrm>
              <a:off x="606037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37" name="Google Shape;1737;p5"/>
            <p:cNvSpPr/>
            <p:nvPr/>
          </p:nvSpPr>
          <p:spPr>
            <a:xfrm>
              <a:off x="606037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38" name="Google Shape;1738;p5"/>
            <p:cNvSpPr/>
            <p:nvPr/>
          </p:nvSpPr>
          <p:spPr>
            <a:xfrm>
              <a:off x="606037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39" name="Google Shape;1739;p5"/>
            <p:cNvSpPr/>
            <p:nvPr/>
          </p:nvSpPr>
          <p:spPr>
            <a:xfrm>
              <a:off x="606037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40" name="Google Shape;1740;p5"/>
            <p:cNvSpPr/>
            <p:nvPr/>
          </p:nvSpPr>
          <p:spPr>
            <a:xfrm>
              <a:off x="621087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41" name="Google Shape;1741;p5"/>
            <p:cNvSpPr/>
            <p:nvPr/>
          </p:nvSpPr>
          <p:spPr>
            <a:xfrm>
              <a:off x="621087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42" name="Google Shape;1742;p5"/>
            <p:cNvSpPr/>
            <p:nvPr/>
          </p:nvSpPr>
          <p:spPr>
            <a:xfrm>
              <a:off x="621087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43" name="Google Shape;1743;p5"/>
            <p:cNvSpPr/>
            <p:nvPr/>
          </p:nvSpPr>
          <p:spPr>
            <a:xfrm>
              <a:off x="621087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44" name="Google Shape;1744;p5"/>
            <p:cNvSpPr/>
            <p:nvPr/>
          </p:nvSpPr>
          <p:spPr>
            <a:xfrm>
              <a:off x="621087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45" name="Google Shape;1745;p5"/>
            <p:cNvSpPr/>
            <p:nvPr/>
          </p:nvSpPr>
          <p:spPr>
            <a:xfrm>
              <a:off x="621087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46" name="Google Shape;1746;p5"/>
            <p:cNvSpPr/>
            <p:nvPr/>
          </p:nvSpPr>
          <p:spPr>
            <a:xfrm>
              <a:off x="621087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47" name="Google Shape;1747;p5"/>
            <p:cNvSpPr/>
            <p:nvPr/>
          </p:nvSpPr>
          <p:spPr>
            <a:xfrm>
              <a:off x="621087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48" name="Google Shape;1748;p5"/>
            <p:cNvSpPr/>
            <p:nvPr/>
          </p:nvSpPr>
          <p:spPr>
            <a:xfrm>
              <a:off x="621087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49" name="Google Shape;1749;p5"/>
            <p:cNvSpPr/>
            <p:nvPr/>
          </p:nvSpPr>
          <p:spPr>
            <a:xfrm>
              <a:off x="621087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50" name="Google Shape;1750;p5"/>
            <p:cNvSpPr/>
            <p:nvPr/>
          </p:nvSpPr>
          <p:spPr>
            <a:xfrm>
              <a:off x="621087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51" name="Google Shape;1751;p5"/>
            <p:cNvSpPr/>
            <p:nvPr/>
          </p:nvSpPr>
          <p:spPr>
            <a:xfrm>
              <a:off x="621087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52" name="Google Shape;1752;p5"/>
            <p:cNvSpPr/>
            <p:nvPr/>
          </p:nvSpPr>
          <p:spPr>
            <a:xfrm>
              <a:off x="621087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53" name="Google Shape;1753;p5"/>
            <p:cNvSpPr/>
            <p:nvPr/>
          </p:nvSpPr>
          <p:spPr>
            <a:xfrm>
              <a:off x="621087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54" name="Google Shape;1754;p5"/>
            <p:cNvSpPr/>
            <p:nvPr/>
          </p:nvSpPr>
          <p:spPr>
            <a:xfrm>
              <a:off x="621087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55" name="Google Shape;1755;p5"/>
            <p:cNvSpPr/>
            <p:nvPr/>
          </p:nvSpPr>
          <p:spPr>
            <a:xfrm>
              <a:off x="621087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56" name="Google Shape;1756;p5"/>
            <p:cNvSpPr/>
            <p:nvPr/>
          </p:nvSpPr>
          <p:spPr>
            <a:xfrm>
              <a:off x="621087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57" name="Google Shape;1757;p5"/>
            <p:cNvSpPr/>
            <p:nvPr/>
          </p:nvSpPr>
          <p:spPr>
            <a:xfrm>
              <a:off x="621087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58" name="Google Shape;1758;p5"/>
            <p:cNvSpPr/>
            <p:nvPr/>
          </p:nvSpPr>
          <p:spPr>
            <a:xfrm>
              <a:off x="621087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59" name="Google Shape;1759;p5"/>
            <p:cNvSpPr/>
            <p:nvPr/>
          </p:nvSpPr>
          <p:spPr>
            <a:xfrm>
              <a:off x="621087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60" name="Google Shape;1760;p5"/>
            <p:cNvSpPr/>
            <p:nvPr/>
          </p:nvSpPr>
          <p:spPr>
            <a:xfrm>
              <a:off x="6361375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61" name="Google Shape;1761;p5"/>
            <p:cNvSpPr/>
            <p:nvPr/>
          </p:nvSpPr>
          <p:spPr>
            <a:xfrm>
              <a:off x="6361375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62" name="Google Shape;1762;p5"/>
            <p:cNvSpPr/>
            <p:nvPr/>
          </p:nvSpPr>
          <p:spPr>
            <a:xfrm>
              <a:off x="6361375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63" name="Google Shape;1763;p5"/>
            <p:cNvSpPr/>
            <p:nvPr/>
          </p:nvSpPr>
          <p:spPr>
            <a:xfrm>
              <a:off x="6361375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64" name="Google Shape;1764;p5"/>
            <p:cNvSpPr/>
            <p:nvPr/>
          </p:nvSpPr>
          <p:spPr>
            <a:xfrm>
              <a:off x="6361375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65" name="Google Shape;1765;p5"/>
            <p:cNvSpPr/>
            <p:nvPr/>
          </p:nvSpPr>
          <p:spPr>
            <a:xfrm>
              <a:off x="6361375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66" name="Google Shape;1766;p5"/>
            <p:cNvSpPr/>
            <p:nvPr/>
          </p:nvSpPr>
          <p:spPr>
            <a:xfrm>
              <a:off x="6361375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67" name="Google Shape;1767;p5"/>
            <p:cNvSpPr/>
            <p:nvPr/>
          </p:nvSpPr>
          <p:spPr>
            <a:xfrm>
              <a:off x="6361375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68" name="Google Shape;1768;p5"/>
            <p:cNvSpPr/>
            <p:nvPr/>
          </p:nvSpPr>
          <p:spPr>
            <a:xfrm>
              <a:off x="6361375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69" name="Google Shape;1769;p5"/>
            <p:cNvSpPr/>
            <p:nvPr/>
          </p:nvSpPr>
          <p:spPr>
            <a:xfrm>
              <a:off x="6361375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70" name="Google Shape;1770;p5"/>
            <p:cNvSpPr/>
            <p:nvPr/>
          </p:nvSpPr>
          <p:spPr>
            <a:xfrm>
              <a:off x="6361375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71" name="Google Shape;1771;p5"/>
            <p:cNvSpPr/>
            <p:nvPr/>
          </p:nvSpPr>
          <p:spPr>
            <a:xfrm>
              <a:off x="6361375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72" name="Google Shape;1772;p5"/>
            <p:cNvSpPr/>
            <p:nvPr/>
          </p:nvSpPr>
          <p:spPr>
            <a:xfrm>
              <a:off x="6361375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73" name="Google Shape;1773;p5"/>
            <p:cNvSpPr/>
            <p:nvPr/>
          </p:nvSpPr>
          <p:spPr>
            <a:xfrm>
              <a:off x="6361375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74" name="Google Shape;1774;p5"/>
            <p:cNvSpPr/>
            <p:nvPr/>
          </p:nvSpPr>
          <p:spPr>
            <a:xfrm>
              <a:off x="6361375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75" name="Google Shape;1775;p5"/>
            <p:cNvSpPr/>
            <p:nvPr/>
          </p:nvSpPr>
          <p:spPr>
            <a:xfrm>
              <a:off x="6361375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76" name="Google Shape;1776;p5"/>
            <p:cNvSpPr/>
            <p:nvPr/>
          </p:nvSpPr>
          <p:spPr>
            <a:xfrm>
              <a:off x="6361375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77" name="Google Shape;1777;p5"/>
            <p:cNvSpPr/>
            <p:nvPr/>
          </p:nvSpPr>
          <p:spPr>
            <a:xfrm>
              <a:off x="6361375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78" name="Google Shape;1778;p5"/>
            <p:cNvSpPr/>
            <p:nvPr/>
          </p:nvSpPr>
          <p:spPr>
            <a:xfrm>
              <a:off x="65119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79" name="Google Shape;1779;p5"/>
            <p:cNvSpPr/>
            <p:nvPr/>
          </p:nvSpPr>
          <p:spPr>
            <a:xfrm>
              <a:off x="65119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80" name="Google Shape;1780;p5"/>
            <p:cNvSpPr/>
            <p:nvPr/>
          </p:nvSpPr>
          <p:spPr>
            <a:xfrm>
              <a:off x="65119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81" name="Google Shape;1781;p5"/>
            <p:cNvSpPr/>
            <p:nvPr/>
          </p:nvSpPr>
          <p:spPr>
            <a:xfrm>
              <a:off x="65119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82" name="Google Shape;1782;p5"/>
            <p:cNvSpPr/>
            <p:nvPr/>
          </p:nvSpPr>
          <p:spPr>
            <a:xfrm>
              <a:off x="65119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83" name="Google Shape;1783;p5"/>
            <p:cNvSpPr/>
            <p:nvPr/>
          </p:nvSpPr>
          <p:spPr>
            <a:xfrm>
              <a:off x="651190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84" name="Google Shape;1784;p5"/>
            <p:cNvSpPr/>
            <p:nvPr/>
          </p:nvSpPr>
          <p:spPr>
            <a:xfrm>
              <a:off x="65119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85" name="Google Shape;1785;p5"/>
            <p:cNvSpPr/>
            <p:nvPr/>
          </p:nvSpPr>
          <p:spPr>
            <a:xfrm>
              <a:off x="651190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86" name="Google Shape;1786;p5"/>
            <p:cNvSpPr/>
            <p:nvPr/>
          </p:nvSpPr>
          <p:spPr>
            <a:xfrm>
              <a:off x="66624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87" name="Google Shape;1787;p5"/>
            <p:cNvSpPr/>
            <p:nvPr/>
          </p:nvSpPr>
          <p:spPr>
            <a:xfrm>
              <a:off x="666240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88" name="Google Shape;1788;p5"/>
            <p:cNvSpPr/>
            <p:nvPr/>
          </p:nvSpPr>
          <p:spPr>
            <a:xfrm>
              <a:off x="66624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  <p:grpSp>
        <p:nvGrpSpPr>
          <p:cNvPr id="1789" name="Google Shape;1789;p5"/>
          <p:cNvGrpSpPr/>
          <p:nvPr/>
        </p:nvGrpSpPr>
        <p:grpSpPr>
          <a:xfrm rot="10800000">
            <a:off x="7682459" y="38276"/>
            <a:ext cx="1140783" cy="6781736"/>
            <a:chOff x="5608825" y="238125"/>
            <a:chExt cx="1174975" cy="5238750"/>
          </a:xfrm>
        </p:grpSpPr>
        <p:sp>
          <p:nvSpPr>
            <p:cNvPr id="1790" name="Google Shape;1790;p5"/>
            <p:cNvSpPr/>
            <p:nvPr/>
          </p:nvSpPr>
          <p:spPr>
            <a:xfrm>
              <a:off x="560882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91" name="Google Shape;1791;p5"/>
            <p:cNvSpPr/>
            <p:nvPr/>
          </p:nvSpPr>
          <p:spPr>
            <a:xfrm>
              <a:off x="56088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92" name="Google Shape;1792;p5"/>
            <p:cNvSpPr/>
            <p:nvPr/>
          </p:nvSpPr>
          <p:spPr>
            <a:xfrm>
              <a:off x="56088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93" name="Google Shape;1793;p5"/>
            <p:cNvSpPr/>
            <p:nvPr/>
          </p:nvSpPr>
          <p:spPr>
            <a:xfrm>
              <a:off x="56088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94" name="Google Shape;1794;p5"/>
            <p:cNvSpPr/>
            <p:nvPr/>
          </p:nvSpPr>
          <p:spPr>
            <a:xfrm>
              <a:off x="575935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95" name="Google Shape;1795;p5"/>
            <p:cNvSpPr/>
            <p:nvPr/>
          </p:nvSpPr>
          <p:spPr>
            <a:xfrm>
              <a:off x="57593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96" name="Google Shape;1796;p5"/>
            <p:cNvSpPr/>
            <p:nvPr/>
          </p:nvSpPr>
          <p:spPr>
            <a:xfrm>
              <a:off x="575935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97" name="Google Shape;1797;p5"/>
            <p:cNvSpPr/>
            <p:nvPr/>
          </p:nvSpPr>
          <p:spPr>
            <a:xfrm>
              <a:off x="575935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98" name="Google Shape;1798;p5"/>
            <p:cNvSpPr/>
            <p:nvPr/>
          </p:nvSpPr>
          <p:spPr>
            <a:xfrm>
              <a:off x="57593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99" name="Google Shape;1799;p5"/>
            <p:cNvSpPr/>
            <p:nvPr/>
          </p:nvSpPr>
          <p:spPr>
            <a:xfrm>
              <a:off x="575935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00" name="Google Shape;1800;p5"/>
            <p:cNvSpPr/>
            <p:nvPr/>
          </p:nvSpPr>
          <p:spPr>
            <a:xfrm>
              <a:off x="575935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01" name="Google Shape;1801;p5"/>
            <p:cNvSpPr/>
            <p:nvPr/>
          </p:nvSpPr>
          <p:spPr>
            <a:xfrm>
              <a:off x="57593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02" name="Google Shape;1802;p5"/>
            <p:cNvSpPr/>
            <p:nvPr/>
          </p:nvSpPr>
          <p:spPr>
            <a:xfrm>
              <a:off x="575935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03" name="Google Shape;1803;p5"/>
            <p:cNvSpPr/>
            <p:nvPr/>
          </p:nvSpPr>
          <p:spPr>
            <a:xfrm>
              <a:off x="57593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04" name="Google Shape;1804;p5"/>
            <p:cNvSpPr/>
            <p:nvPr/>
          </p:nvSpPr>
          <p:spPr>
            <a:xfrm>
              <a:off x="575935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05" name="Google Shape;1805;p5"/>
            <p:cNvSpPr/>
            <p:nvPr/>
          </p:nvSpPr>
          <p:spPr>
            <a:xfrm>
              <a:off x="575935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06" name="Google Shape;1806;p5"/>
            <p:cNvSpPr/>
            <p:nvPr/>
          </p:nvSpPr>
          <p:spPr>
            <a:xfrm>
              <a:off x="575935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07" name="Google Shape;1807;p5"/>
            <p:cNvSpPr/>
            <p:nvPr/>
          </p:nvSpPr>
          <p:spPr>
            <a:xfrm>
              <a:off x="57593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08" name="Google Shape;1808;p5"/>
            <p:cNvSpPr/>
            <p:nvPr/>
          </p:nvSpPr>
          <p:spPr>
            <a:xfrm>
              <a:off x="575935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09" name="Google Shape;1809;p5"/>
            <p:cNvSpPr/>
            <p:nvPr/>
          </p:nvSpPr>
          <p:spPr>
            <a:xfrm>
              <a:off x="575935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10" name="Google Shape;1810;p5"/>
            <p:cNvSpPr/>
            <p:nvPr/>
          </p:nvSpPr>
          <p:spPr>
            <a:xfrm>
              <a:off x="57593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11" name="Google Shape;1811;p5"/>
            <p:cNvSpPr/>
            <p:nvPr/>
          </p:nvSpPr>
          <p:spPr>
            <a:xfrm>
              <a:off x="59098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12" name="Google Shape;1812;p5"/>
            <p:cNvSpPr/>
            <p:nvPr/>
          </p:nvSpPr>
          <p:spPr>
            <a:xfrm>
              <a:off x="590985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13" name="Google Shape;1813;p5"/>
            <p:cNvSpPr/>
            <p:nvPr/>
          </p:nvSpPr>
          <p:spPr>
            <a:xfrm>
              <a:off x="590985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14" name="Google Shape;1814;p5"/>
            <p:cNvSpPr/>
            <p:nvPr/>
          </p:nvSpPr>
          <p:spPr>
            <a:xfrm>
              <a:off x="590985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15" name="Google Shape;1815;p5"/>
            <p:cNvSpPr/>
            <p:nvPr/>
          </p:nvSpPr>
          <p:spPr>
            <a:xfrm>
              <a:off x="590985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16" name="Google Shape;1816;p5"/>
            <p:cNvSpPr/>
            <p:nvPr/>
          </p:nvSpPr>
          <p:spPr>
            <a:xfrm>
              <a:off x="590985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17" name="Google Shape;1817;p5"/>
            <p:cNvSpPr/>
            <p:nvPr/>
          </p:nvSpPr>
          <p:spPr>
            <a:xfrm>
              <a:off x="59098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18" name="Google Shape;1818;p5"/>
            <p:cNvSpPr/>
            <p:nvPr/>
          </p:nvSpPr>
          <p:spPr>
            <a:xfrm>
              <a:off x="590985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19" name="Google Shape;1819;p5"/>
            <p:cNvSpPr/>
            <p:nvPr/>
          </p:nvSpPr>
          <p:spPr>
            <a:xfrm>
              <a:off x="590985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20" name="Google Shape;1820;p5"/>
            <p:cNvSpPr/>
            <p:nvPr/>
          </p:nvSpPr>
          <p:spPr>
            <a:xfrm>
              <a:off x="590985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21" name="Google Shape;1821;p5"/>
            <p:cNvSpPr/>
            <p:nvPr/>
          </p:nvSpPr>
          <p:spPr>
            <a:xfrm>
              <a:off x="590985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22" name="Google Shape;1822;p5"/>
            <p:cNvSpPr/>
            <p:nvPr/>
          </p:nvSpPr>
          <p:spPr>
            <a:xfrm>
              <a:off x="590985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23" name="Google Shape;1823;p5"/>
            <p:cNvSpPr/>
            <p:nvPr/>
          </p:nvSpPr>
          <p:spPr>
            <a:xfrm>
              <a:off x="59098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24" name="Google Shape;1824;p5"/>
            <p:cNvSpPr/>
            <p:nvPr/>
          </p:nvSpPr>
          <p:spPr>
            <a:xfrm>
              <a:off x="606037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25" name="Google Shape;1825;p5"/>
            <p:cNvSpPr/>
            <p:nvPr/>
          </p:nvSpPr>
          <p:spPr>
            <a:xfrm>
              <a:off x="606037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26" name="Google Shape;1826;p5"/>
            <p:cNvSpPr/>
            <p:nvPr/>
          </p:nvSpPr>
          <p:spPr>
            <a:xfrm>
              <a:off x="606037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27" name="Google Shape;1827;p5"/>
            <p:cNvSpPr/>
            <p:nvPr/>
          </p:nvSpPr>
          <p:spPr>
            <a:xfrm>
              <a:off x="606037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28" name="Google Shape;1828;p5"/>
            <p:cNvSpPr/>
            <p:nvPr/>
          </p:nvSpPr>
          <p:spPr>
            <a:xfrm>
              <a:off x="606037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29" name="Google Shape;1829;p5"/>
            <p:cNvSpPr/>
            <p:nvPr/>
          </p:nvSpPr>
          <p:spPr>
            <a:xfrm>
              <a:off x="606037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30" name="Google Shape;1830;p5"/>
            <p:cNvSpPr/>
            <p:nvPr/>
          </p:nvSpPr>
          <p:spPr>
            <a:xfrm>
              <a:off x="606037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31" name="Google Shape;1831;p5"/>
            <p:cNvSpPr/>
            <p:nvPr/>
          </p:nvSpPr>
          <p:spPr>
            <a:xfrm>
              <a:off x="606037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32" name="Google Shape;1832;p5"/>
            <p:cNvSpPr/>
            <p:nvPr/>
          </p:nvSpPr>
          <p:spPr>
            <a:xfrm>
              <a:off x="621087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33" name="Google Shape;1833;p5"/>
            <p:cNvSpPr/>
            <p:nvPr/>
          </p:nvSpPr>
          <p:spPr>
            <a:xfrm>
              <a:off x="621087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34" name="Google Shape;1834;p5"/>
            <p:cNvSpPr/>
            <p:nvPr/>
          </p:nvSpPr>
          <p:spPr>
            <a:xfrm>
              <a:off x="621087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35" name="Google Shape;1835;p5"/>
            <p:cNvSpPr/>
            <p:nvPr/>
          </p:nvSpPr>
          <p:spPr>
            <a:xfrm>
              <a:off x="621087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36" name="Google Shape;1836;p5"/>
            <p:cNvSpPr/>
            <p:nvPr/>
          </p:nvSpPr>
          <p:spPr>
            <a:xfrm>
              <a:off x="621087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37" name="Google Shape;1837;p5"/>
            <p:cNvSpPr/>
            <p:nvPr/>
          </p:nvSpPr>
          <p:spPr>
            <a:xfrm>
              <a:off x="6361375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38" name="Google Shape;1838;p5"/>
            <p:cNvSpPr/>
            <p:nvPr/>
          </p:nvSpPr>
          <p:spPr>
            <a:xfrm>
              <a:off x="6361375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39" name="Google Shape;1839;p5"/>
            <p:cNvSpPr/>
            <p:nvPr/>
          </p:nvSpPr>
          <p:spPr>
            <a:xfrm>
              <a:off x="66624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  <p:sp>
        <p:nvSpPr>
          <p:cNvPr id="1840" name="Google Shape;1840;p5"/>
          <p:cNvSpPr txBox="1">
            <a:spLocks noGrp="1"/>
          </p:cNvSpPr>
          <p:nvPr>
            <p:ph type="sldNum" idx="12"/>
          </p:nvPr>
        </p:nvSpPr>
        <p:spPr>
          <a:xfrm>
            <a:off x="91531" y="6293601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bg>
      <p:bgPr>
        <a:solidFill>
          <a:srgbClr val="0B87A1"/>
        </a:solidFill>
        <a:effectLst/>
      </p:bgPr>
    </p:bg>
    <p:spTree>
      <p:nvGrpSpPr>
        <p:cNvPr id="1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p4"/>
          <p:cNvSpPr txBox="1">
            <a:spLocks noGrp="1"/>
          </p:cNvSpPr>
          <p:nvPr>
            <p:ph type="body" idx="1"/>
          </p:nvPr>
        </p:nvSpPr>
        <p:spPr>
          <a:xfrm>
            <a:off x="1534885" y="986067"/>
            <a:ext cx="4024689" cy="492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155" lvl="0" indent="-419060" rtl="0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 i="1">
                <a:solidFill>
                  <a:srgbClr val="FFFFFF"/>
                </a:solidFill>
              </a:defRPr>
            </a:lvl1pPr>
            <a:lvl2pPr marL="914309" lvl="1" indent="-41906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Char char="▫"/>
              <a:defRPr sz="3000" i="1">
                <a:solidFill>
                  <a:srgbClr val="FFFFFF"/>
                </a:solidFill>
              </a:defRPr>
            </a:lvl2pPr>
            <a:lvl3pPr marL="1371464" lvl="2" indent="-41906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Char char="▫"/>
              <a:defRPr sz="3000" i="1">
                <a:solidFill>
                  <a:srgbClr val="FFFFFF"/>
                </a:solidFill>
              </a:defRPr>
            </a:lvl3pPr>
            <a:lvl4pPr marL="1828618" lvl="3" indent="-41906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Char char="▫"/>
              <a:defRPr sz="3000" i="1">
                <a:solidFill>
                  <a:srgbClr val="FFFFFF"/>
                </a:solidFill>
              </a:defRPr>
            </a:lvl4pPr>
            <a:lvl5pPr marL="2285774" lvl="4" indent="-41906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Char char="▫"/>
              <a:defRPr sz="3000" i="1">
                <a:solidFill>
                  <a:srgbClr val="FFFFFF"/>
                </a:solidFill>
              </a:defRPr>
            </a:lvl5pPr>
            <a:lvl6pPr marL="2742926" lvl="5" indent="-41906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Char char="▫"/>
              <a:defRPr sz="3000" i="1">
                <a:solidFill>
                  <a:srgbClr val="FFFFFF"/>
                </a:solidFill>
              </a:defRPr>
            </a:lvl6pPr>
            <a:lvl7pPr marL="3200080" lvl="6" indent="-41906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Char char="●"/>
              <a:defRPr sz="3000" i="1">
                <a:solidFill>
                  <a:srgbClr val="FFFFFF"/>
                </a:solidFill>
              </a:defRPr>
            </a:lvl7pPr>
            <a:lvl8pPr marL="3657235" lvl="7" indent="-41906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Char char="○"/>
              <a:defRPr sz="3000" i="1">
                <a:solidFill>
                  <a:srgbClr val="FFFFFF"/>
                </a:solidFill>
              </a:defRPr>
            </a:lvl8pPr>
            <a:lvl9pPr marL="4114389" lvl="8" indent="-41906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Char char="■"/>
              <a:defRPr sz="3000" i="1">
                <a:solidFill>
                  <a:srgbClr val="FFFFFF"/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1047" name="Google Shape;1047;p4"/>
          <p:cNvGrpSpPr/>
          <p:nvPr/>
        </p:nvGrpSpPr>
        <p:grpSpPr>
          <a:xfrm rot="10800000">
            <a:off x="8705367" y="38264"/>
            <a:ext cx="410132" cy="6781736"/>
            <a:chOff x="836200" y="238125"/>
            <a:chExt cx="422425" cy="5238750"/>
          </a:xfrm>
        </p:grpSpPr>
        <p:sp>
          <p:nvSpPr>
            <p:cNvPr id="1048" name="Google Shape;1048;p4"/>
            <p:cNvSpPr/>
            <p:nvPr/>
          </p:nvSpPr>
          <p:spPr>
            <a:xfrm>
              <a:off x="83620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49" name="Google Shape;1049;p4"/>
            <p:cNvSpPr/>
            <p:nvPr/>
          </p:nvSpPr>
          <p:spPr>
            <a:xfrm>
              <a:off x="8362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50" name="Google Shape;1050;p4"/>
            <p:cNvSpPr/>
            <p:nvPr/>
          </p:nvSpPr>
          <p:spPr>
            <a:xfrm>
              <a:off x="83620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51" name="Google Shape;1051;p4"/>
            <p:cNvSpPr/>
            <p:nvPr/>
          </p:nvSpPr>
          <p:spPr>
            <a:xfrm>
              <a:off x="8362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52" name="Google Shape;1052;p4"/>
            <p:cNvSpPr/>
            <p:nvPr/>
          </p:nvSpPr>
          <p:spPr>
            <a:xfrm>
              <a:off x="83620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53" name="Google Shape;1053;p4"/>
            <p:cNvSpPr/>
            <p:nvPr/>
          </p:nvSpPr>
          <p:spPr>
            <a:xfrm>
              <a:off x="8362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54" name="Google Shape;1054;p4"/>
            <p:cNvSpPr/>
            <p:nvPr/>
          </p:nvSpPr>
          <p:spPr>
            <a:xfrm>
              <a:off x="83620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55" name="Google Shape;1055;p4"/>
            <p:cNvSpPr/>
            <p:nvPr/>
          </p:nvSpPr>
          <p:spPr>
            <a:xfrm>
              <a:off x="8362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56" name="Google Shape;1056;p4"/>
            <p:cNvSpPr/>
            <p:nvPr/>
          </p:nvSpPr>
          <p:spPr>
            <a:xfrm>
              <a:off x="83620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57" name="Google Shape;1057;p4"/>
            <p:cNvSpPr/>
            <p:nvPr/>
          </p:nvSpPr>
          <p:spPr>
            <a:xfrm>
              <a:off x="83620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58" name="Google Shape;1058;p4"/>
            <p:cNvSpPr/>
            <p:nvPr/>
          </p:nvSpPr>
          <p:spPr>
            <a:xfrm>
              <a:off x="83620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59" name="Google Shape;1059;p4"/>
            <p:cNvSpPr/>
            <p:nvPr/>
          </p:nvSpPr>
          <p:spPr>
            <a:xfrm>
              <a:off x="83620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60" name="Google Shape;1060;p4"/>
            <p:cNvSpPr/>
            <p:nvPr/>
          </p:nvSpPr>
          <p:spPr>
            <a:xfrm>
              <a:off x="8362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61" name="Google Shape;1061;p4"/>
            <p:cNvSpPr/>
            <p:nvPr/>
          </p:nvSpPr>
          <p:spPr>
            <a:xfrm>
              <a:off x="83620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62" name="Google Shape;1062;p4"/>
            <p:cNvSpPr/>
            <p:nvPr/>
          </p:nvSpPr>
          <p:spPr>
            <a:xfrm>
              <a:off x="83620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63" name="Google Shape;1063;p4"/>
            <p:cNvSpPr/>
            <p:nvPr/>
          </p:nvSpPr>
          <p:spPr>
            <a:xfrm>
              <a:off x="83620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64" name="Google Shape;1064;p4"/>
            <p:cNvSpPr/>
            <p:nvPr/>
          </p:nvSpPr>
          <p:spPr>
            <a:xfrm>
              <a:off x="8362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65" name="Google Shape;1065;p4"/>
            <p:cNvSpPr/>
            <p:nvPr/>
          </p:nvSpPr>
          <p:spPr>
            <a:xfrm>
              <a:off x="8362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66" name="Google Shape;1066;p4"/>
            <p:cNvSpPr/>
            <p:nvPr/>
          </p:nvSpPr>
          <p:spPr>
            <a:xfrm>
              <a:off x="83620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67" name="Google Shape;1067;p4"/>
            <p:cNvSpPr/>
            <p:nvPr/>
          </p:nvSpPr>
          <p:spPr>
            <a:xfrm>
              <a:off x="83620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68" name="Google Shape;1068;p4"/>
            <p:cNvSpPr/>
            <p:nvPr/>
          </p:nvSpPr>
          <p:spPr>
            <a:xfrm>
              <a:off x="83620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69" name="Google Shape;1069;p4"/>
            <p:cNvSpPr/>
            <p:nvPr/>
          </p:nvSpPr>
          <p:spPr>
            <a:xfrm>
              <a:off x="83620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70" name="Google Shape;1070;p4"/>
            <p:cNvSpPr/>
            <p:nvPr/>
          </p:nvSpPr>
          <p:spPr>
            <a:xfrm>
              <a:off x="83620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71" name="Google Shape;1071;p4"/>
            <p:cNvSpPr/>
            <p:nvPr/>
          </p:nvSpPr>
          <p:spPr>
            <a:xfrm>
              <a:off x="8362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72" name="Google Shape;1072;p4"/>
            <p:cNvSpPr/>
            <p:nvPr/>
          </p:nvSpPr>
          <p:spPr>
            <a:xfrm>
              <a:off x="83620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73" name="Google Shape;1073;p4"/>
            <p:cNvSpPr/>
            <p:nvPr/>
          </p:nvSpPr>
          <p:spPr>
            <a:xfrm>
              <a:off x="83620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74" name="Google Shape;1074;p4"/>
            <p:cNvSpPr/>
            <p:nvPr/>
          </p:nvSpPr>
          <p:spPr>
            <a:xfrm>
              <a:off x="83620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75" name="Google Shape;1075;p4"/>
            <p:cNvSpPr/>
            <p:nvPr/>
          </p:nvSpPr>
          <p:spPr>
            <a:xfrm>
              <a:off x="83620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76" name="Google Shape;1076;p4"/>
            <p:cNvSpPr/>
            <p:nvPr/>
          </p:nvSpPr>
          <p:spPr>
            <a:xfrm>
              <a:off x="83620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77" name="Google Shape;1077;p4"/>
            <p:cNvSpPr/>
            <p:nvPr/>
          </p:nvSpPr>
          <p:spPr>
            <a:xfrm>
              <a:off x="8362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78" name="Google Shape;1078;p4"/>
            <p:cNvSpPr/>
            <p:nvPr/>
          </p:nvSpPr>
          <p:spPr>
            <a:xfrm>
              <a:off x="83620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79" name="Google Shape;1079;p4"/>
            <p:cNvSpPr/>
            <p:nvPr/>
          </p:nvSpPr>
          <p:spPr>
            <a:xfrm>
              <a:off x="8362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80" name="Google Shape;1080;p4"/>
            <p:cNvSpPr/>
            <p:nvPr/>
          </p:nvSpPr>
          <p:spPr>
            <a:xfrm>
              <a:off x="83620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81" name="Google Shape;1081;p4"/>
            <p:cNvSpPr/>
            <p:nvPr/>
          </p:nvSpPr>
          <p:spPr>
            <a:xfrm>
              <a:off x="83620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82" name="Google Shape;1082;p4"/>
            <p:cNvSpPr/>
            <p:nvPr/>
          </p:nvSpPr>
          <p:spPr>
            <a:xfrm>
              <a:off x="83620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83" name="Google Shape;1083;p4"/>
            <p:cNvSpPr/>
            <p:nvPr/>
          </p:nvSpPr>
          <p:spPr>
            <a:xfrm>
              <a:off x="9867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84" name="Google Shape;1084;p4"/>
            <p:cNvSpPr/>
            <p:nvPr/>
          </p:nvSpPr>
          <p:spPr>
            <a:xfrm>
              <a:off x="98670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85" name="Google Shape;1085;p4"/>
            <p:cNvSpPr/>
            <p:nvPr/>
          </p:nvSpPr>
          <p:spPr>
            <a:xfrm>
              <a:off x="98670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86" name="Google Shape;1086;p4"/>
            <p:cNvSpPr/>
            <p:nvPr/>
          </p:nvSpPr>
          <p:spPr>
            <a:xfrm>
              <a:off x="98670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87" name="Google Shape;1087;p4"/>
            <p:cNvSpPr/>
            <p:nvPr/>
          </p:nvSpPr>
          <p:spPr>
            <a:xfrm>
              <a:off x="9867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88" name="Google Shape;1088;p4"/>
            <p:cNvSpPr/>
            <p:nvPr/>
          </p:nvSpPr>
          <p:spPr>
            <a:xfrm>
              <a:off x="98670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89" name="Google Shape;1089;p4"/>
            <p:cNvSpPr/>
            <p:nvPr/>
          </p:nvSpPr>
          <p:spPr>
            <a:xfrm>
              <a:off x="98670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90" name="Google Shape;1090;p4"/>
            <p:cNvSpPr/>
            <p:nvPr/>
          </p:nvSpPr>
          <p:spPr>
            <a:xfrm>
              <a:off x="98670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91" name="Google Shape;1091;p4"/>
            <p:cNvSpPr/>
            <p:nvPr/>
          </p:nvSpPr>
          <p:spPr>
            <a:xfrm>
              <a:off x="98670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92" name="Google Shape;1092;p4"/>
            <p:cNvSpPr/>
            <p:nvPr/>
          </p:nvSpPr>
          <p:spPr>
            <a:xfrm>
              <a:off x="98670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93" name="Google Shape;1093;p4"/>
            <p:cNvSpPr/>
            <p:nvPr/>
          </p:nvSpPr>
          <p:spPr>
            <a:xfrm>
              <a:off x="9867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94" name="Google Shape;1094;p4"/>
            <p:cNvSpPr/>
            <p:nvPr/>
          </p:nvSpPr>
          <p:spPr>
            <a:xfrm>
              <a:off x="98670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95" name="Google Shape;1095;p4"/>
            <p:cNvSpPr/>
            <p:nvPr/>
          </p:nvSpPr>
          <p:spPr>
            <a:xfrm>
              <a:off x="98670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96" name="Google Shape;1096;p4"/>
            <p:cNvSpPr/>
            <p:nvPr/>
          </p:nvSpPr>
          <p:spPr>
            <a:xfrm>
              <a:off x="98670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97" name="Google Shape;1097;p4"/>
            <p:cNvSpPr/>
            <p:nvPr/>
          </p:nvSpPr>
          <p:spPr>
            <a:xfrm>
              <a:off x="9867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98" name="Google Shape;1098;p4"/>
            <p:cNvSpPr/>
            <p:nvPr/>
          </p:nvSpPr>
          <p:spPr>
            <a:xfrm>
              <a:off x="98670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99" name="Google Shape;1099;p4"/>
            <p:cNvSpPr/>
            <p:nvPr/>
          </p:nvSpPr>
          <p:spPr>
            <a:xfrm>
              <a:off x="98670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00" name="Google Shape;1100;p4"/>
            <p:cNvSpPr/>
            <p:nvPr/>
          </p:nvSpPr>
          <p:spPr>
            <a:xfrm>
              <a:off x="98670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01" name="Google Shape;1101;p4"/>
            <p:cNvSpPr/>
            <p:nvPr/>
          </p:nvSpPr>
          <p:spPr>
            <a:xfrm>
              <a:off x="98670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02" name="Google Shape;1102;p4"/>
            <p:cNvSpPr/>
            <p:nvPr/>
          </p:nvSpPr>
          <p:spPr>
            <a:xfrm>
              <a:off x="9867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03" name="Google Shape;1103;p4"/>
            <p:cNvSpPr/>
            <p:nvPr/>
          </p:nvSpPr>
          <p:spPr>
            <a:xfrm>
              <a:off x="9867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04" name="Google Shape;1104;p4"/>
            <p:cNvSpPr/>
            <p:nvPr/>
          </p:nvSpPr>
          <p:spPr>
            <a:xfrm>
              <a:off x="98670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05" name="Google Shape;1105;p4"/>
            <p:cNvSpPr/>
            <p:nvPr/>
          </p:nvSpPr>
          <p:spPr>
            <a:xfrm>
              <a:off x="98670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06" name="Google Shape;1106;p4"/>
            <p:cNvSpPr/>
            <p:nvPr/>
          </p:nvSpPr>
          <p:spPr>
            <a:xfrm>
              <a:off x="1137200" y="2381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07" name="Google Shape;1107;p4"/>
            <p:cNvSpPr/>
            <p:nvPr/>
          </p:nvSpPr>
          <p:spPr>
            <a:xfrm>
              <a:off x="1137200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08" name="Google Shape;1108;p4"/>
            <p:cNvSpPr/>
            <p:nvPr/>
          </p:nvSpPr>
          <p:spPr>
            <a:xfrm>
              <a:off x="1137200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09" name="Google Shape;1109;p4"/>
            <p:cNvSpPr/>
            <p:nvPr/>
          </p:nvSpPr>
          <p:spPr>
            <a:xfrm>
              <a:off x="1137200" y="11411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10" name="Google Shape;1110;p4"/>
            <p:cNvSpPr/>
            <p:nvPr/>
          </p:nvSpPr>
          <p:spPr>
            <a:xfrm>
              <a:off x="1137200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11" name="Google Shape;1111;p4"/>
            <p:cNvSpPr/>
            <p:nvPr/>
          </p:nvSpPr>
          <p:spPr>
            <a:xfrm>
              <a:off x="1137200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12" name="Google Shape;1112;p4"/>
            <p:cNvSpPr/>
            <p:nvPr/>
          </p:nvSpPr>
          <p:spPr>
            <a:xfrm>
              <a:off x="1137200" y="21947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13" name="Google Shape;1113;p4"/>
            <p:cNvSpPr/>
            <p:nvPr/>
          </p:nvSpPr>
          <p:spPr>
            <a:xfrm>
              <a:off x="1137200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14" name="Google Shape;1114;p4"/>
            <p:cNvSpPr/>
            <p:nvPr/>
          </p:nvSpPr>
          <p:spPr>
            <a:xfrm>
              <a:off x="1137200" y="24957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15" name="Google Shape;1115;p4"/>
            <p:cNvSpPr/>
            <p:nvPr/>
          </p:nvSpPr>
          <p:spPr>
            <a:xfrm>
              <a:off x="1137200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16" name="Google Shape;1116;p4"/>
            <p:cNvSpPr/>
            <p:nvPr/>
          </p:nvSpPr>
          <p:spPr>
            <a:xfrm>
              <a:off x="1137200" y="29473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17" name="Google Shape;1117;p4"/>
            <p:cNvSpPr/>
            <p:nvPr/>
          </p:nvSpPr>
          <p:spPr>
            <a:xfrm>
              <a:off x="1137200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18" name="Google Shape;1118;p4"/>
            <p:cNvSpPr/>
            <p:nvPr/>
          </p:nvSpPr>
          <p:spPr>
            <a:xfrm>
              <a:off x="1137200" y="33988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19" name="Google Shape;1119;p4"/>
            <p:cNvSpPr/>
            <p:nvPr/>
          </p:nvSpPr>
          <p:spPr>
            <a:xfrm>
              <a:off x="1137200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20" name="Google Shape;1120;p4"/>
            <p:cNvSpPr/>
            <p:nvPr/>
          </p:nvSpPr>
          <p:spPr>
            <a:xfrm>
              <a:off x="1137200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21" name="Google Shape;1121;p4"/>
            <p:cNvSpPr/>
            <p:nvPr/>
          </p:nvSpPr>
          <p:spPr>
            <a:xfrm>
              <a:off x="1137200" y="40008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22" name="Google Shape;1122;p4"/>
            <p:cNvSpPr/>
            <p:nvPr/>
          </p:nvSpPr>
          <p:spPr>
            <a:xfrm>
              <a:off x="1137200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23" name="Google Shape;1123;p4"/>
            <p:cNvSpPr/>
            <p:nvPr/>
          </p:nvSpPr>
          <p:spPr>
            <a:xfrm>
              <a:off x="1137200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24" name="Google Shape;1124;p4"/>
            <p:cNvSpPr/>
            <p:nvPr/>
          </p:nvSpPr>
          <p:spPr>
            <a:xfrm>
              <a:off x="1137200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25" name="Google Shape;1125;p4"/>
            <p:cNvSpPr/>
            <p:nvPr/>
          </p:nvSpPr>
          <p:spPr>
            <a:xfrm>
              <a:off x="1137200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26" name="Google Shape;1126;p4"/>
            <p:cNvSpPr/>
            <p:nvPr/>
          </p:nvSpPr>
          <p:spPr>
            <a:xfrm>
              <a:off x="1137200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27" name="Google Shape;1127;p4"/>
            <p:cNvSpPr/>
            <p:nvPr/>
          </p:nvSpPr>
          <p:spPr>
            <a:xfrm>
              <a:off x="1137200" y="53554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  <p:grpSp>
        <p:nvGrpSpPr>
          <p:cNvPr id="1128" name="Google Shape;1128;p4"/>
          <p:cNvGrpSpPr/>
          <p:nvPr/>
        </p:nvGrpSpPr>
        <p:grpSpPr>
          <a:xfrm rot="10800000">
            <a:off x="6659535" y="38264"/>
            <a:ext cx="2309844" cy="6781736"/>
            <a:chOff x="986700" y="238125"/>
            <a:chExt cx="2379075" cy="5238750"/>
          </a:xfrm>
        </p:grpSpPr>
        <p:sp>
          <p:nvSpPr>
            <p:cNvPr id="1129" name="Google Shape;1129;p4"/>
            <p:cNvSpPr/>
            <p:nvPr/>
          </p:nvSpPr>
          <p:spPr>
            <a:xfrm>
              <a:off x="98670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30" name="Google Shape;1130;p4"/>
            <p:cNvSpPr/>
            <p:nvPr/>
          </p:nvSpPr>
          <p:spPr>
            <a:xfrm>
              <a:off x="9867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31" name="Google Shape;1131;p4"/>
            <p:cNvSpPr/>
            <p:nvPr/>
          </p:nvSpPr>
          <p:spPr>
            <a:xfrm>
              <a:off x="9867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32" name="Google Shape;1132;p4"/>
            <p:cNvSpPr/>
            <p:nvPr/>
          </p:nvSpPr>
          <p:spPr>
            <a:xfrm>
              <a:off x="98670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33" name="Google Shape;1133;p4"/>
            <p:cNvSpPr/>
            <p:nvPr/>
          </p:nvSpPr>
          <p:spPr>
            <a:xfrm>
              <a:off x="98670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34" name="Google Shape;1134;p4"/>
            <p:cNvSpPr/>
            <p:nvPr/>
          </p:nvSpPr>
          <p:spPr>
            <a:xfrm>
              <a:off x="9867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35" name="Google Shape;1135;p4"/>
            <p:cNvSpPr/>
            <p:nvPr/>
          </p:nvSpPr>
          <p:spPr>
            <a:xfrm>
              <a:off x="9867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36" name="Google Shape;1136;p4"/>
            <p:cNvSpPr/>
            <p:nvPr/>
          </p:nvSpPr>
          <p:spPr>
            <a:xfrm>
              <a:off x="98670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37" name="Google Shape;1137;p4"/>
            <p:cNvSpPr/>
            <p:nvPr/>
          </p:nvSpPr>
          <p:spPr>
            <a:xfrm>
              <a:off x="98670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38" name="Google Shape;1138;p4"/>
            <p:cNvSpPr/>
            <p:nvPr/>
          </p:nvSpPr>
          <p:spPr>
            <a:xfrm>
              <a:off x="98670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39" name="Google Shape;1139;p4"/>
            <p:cNvSpPr/>
            <p:nvPr/>
          </p:nvSpPr>
          <p:spPr>
            <a:xfrm>
              <a:off x="98670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40" name="Google Shape;1140;p4"/>
            <p:cNvSpPr/>
            <p:nvPr/>
          </p:nvSpPr>
          <p:spPr>
            <a:xfrm>
              <a:off x="98670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41" name="Google Shape;1141;p4"/>
            <p:cNvSpPr/>
            <p:nvPr/>
          </p:nvSpPr>
          <p:spPr>
            <a:xfrm>
              <a:off x="1137200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42" name="Google Shape;1142;p4"/>
            <p:cNvSpPr/>
            <p:nvPr/>
          </p:nvSpPr>
          <p:spPr>
            <a:xfrm>
              <a:off x="1137200" y="6896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43" name="Google Shape;1143;p4"/>
            <p:cNvSpPr/>
            <p:nvPr/>
          </p:nvSpPr>
          <p:spPr>
            <a:xfrm>
              <a:off x="1137200" y="8401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44" name="Google Shape;1144;p4"/>
            <p:cNvSpPr/>
            <p:nvPr/>
          </p:nvSpPr>
          <p:spPr>
            <a:xfrm>
              <a:off x="1137200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45" name="Google Shape;1145;p4"/>
            <p:cNvSpPr/>
            <p:nvPr/>
          </p:nvSpPr>
          <p:spPr>
            <a:xfrm>
              <a:off x="1137200" y="17432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46" name="Google Shape;1146;p4"/>
            <p:cNvSpPr/>
            <p:nvPr/>
          </p:nvSpPr>
          <p:spPr>
            <a:xfrm>
              <a:off x="1137200" y="18937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47" name="Google Shape;1147;p4"/>
            <p:cNvSpPr/>
            <p:nvPr/>
          </p:nvSpPr>
          <p:spPr>
            <a:xfrm>
              <a:off x="1137200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48" name="Google Shape;1148;p4"/>
            <p:cNvSpPr/>
            <p:nvPr/>
          </p:nvSpPr>
          <p:spPr>
            <a:xfrm>
              <a:off x="1137200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49" name="Google Shape;1149;p4"/>
            <p:cNvSpPr/>
            <p:nvPr/>
          </p:nvSpPr>
          <p:spPr>
            <a:xfrm>
              <a:off x="1137200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50" name="Google Shape;1150;p4"/>
            <p:cNvSpPr/>
            <p:nvPr/>
          </p:nvSpPr>
          <p:spPr>
            <a:xfrm>
              <a:off x="1137200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51" name="Google Shape;1151;p4"/>
            <p:cNvSpPr/>
            <p:nvPr/>
          </p:nvSpPr>
          <p:spPr>
            <a:xfrm>
              <a:off x="1137200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52" name="Google Shape;1152;p4"/>
            <p:cNvSpPr/>
            <p:nvPr/>
          </p:nvSpPr>
          <p:spPr>
            <a:xfrm>
              <a:off x="1137200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53" name="Google Shape;1153;p4"/>
            <p:cNvSpPr/>
            <p:nvPr/>
          </p:nvSpPr>
          <p:spPr>
            <a:xfrm>
              <a:off x="1137200" y="49039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54" name="Google Shape;1154;p4"/>
            <p:cNvSpPr/>
            <p:nvPr/>
          </p:nvSpPr>
          <p:spPr>
            <a:xfrm>
              <a:off x="12877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55" name="Google Shape;1155;p4"/>
            <p:cNvSpPr/>
            <p:nvPr/>
          </p:nvSpPr>
          <p:spPr>
            <a:xfrm>
              <a:off x="12877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56" name="Google Shape;1156;p4"/>
            <p:cNvSpPr/>
            <p:nvPr/>
          </p:nvSpPr>
          <p:spPr>
            <a:xfrm>
              <a:off x="12877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57" name="Google Shape;1157;p4"/>
            <p:cNvSpPr/>
            <p:nvPr/>
          </p:nvSpPr>
          <p:spPr>
            <a:xfrm>
              <a:off x="12877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58" name="Google Shape;1158;p4"/>
            <p:cNvSpPr/>
            <p:nvPr/>
          </p:nvSpPr>
          <p:spPr>
            <a:xfrm>
              <a:off x="12877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59" name="Google Shape;1159;p4"/>
            <p:cNvSpPr/>
            <p:nvPr/>
          </p:nvSpPr>
          <p:spPr>
            <a:xfrm>
              <a:off x="12877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60" name="Google Shape;1160;p4"/>
            <p:cNvSpPr/>
            <p:nvPr/>
          </p:nvSpPr>
          <p:spPr>
            <a:xfrm>
              <a:off x="12877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61" name="Google Shape;1161;p4"/>
            <p:cNvSpPr/>
            <p:nvPr/>
          </p:nvSpPr>
          <p:spPr>
            <a:xfrm>
              <a:off x="12877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62" name="Google Shape;1162;p4"/>
            <p:cNvSpPr/>
            <p:nvPr/>
          </p:nvSpPr>
          <p:spPr>
            <a:xfrm>
              <a:off x="12877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63" name="Google Shape;1163;p4"/>
            <p:cNvSpPr/>
            <p:nvPr/>
          </p:nvSpPr>
          <p:spPr>
            <a:xfrm>
              <a:off x="12877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64" name="Google Shape;1164;p4"/>
            <p:cNvSpPr/>
            <p:nvPr/>
          </p:nvSpPr>
          <p:spPr>
            <a:xfrm>
              <a:off x="12877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65" name="Google Shape;1165;p4"/>
            <p:cNvSpPr/>
            <p:nvPr/>
          </p:nvSpPr>
          <p:spPr>
            <a:xfrm>
              <a:off x="12877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66" name="Google Shape;1166;p4"/>
            <p:cNvSpPr/>
            <p:nvPr/>
          </p:nvSpPr>
          <p:spPr>
            <a:xfrm>
              <a:off x="12877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67" name="Google Shape;1167;p4"/>
            <p:cNvSpPr/>
            <p:nvPr/>
          </p:nvSpPr>
          <p:spPr>
            <a:xfrm>
              <a:off x="12877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68" name="Google Shape;1168;p4"/>
            <p:cNvSpPr/>
            <p:nvPr/>
          </p:nvSpPr>
          <p:spPr>
            <a:xfrm>
              <a:off x="12877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69" name="Google Shape;1169;p4"/>
            <p:cNvSpPr/>
            <p:nvPr/>
          </p:nvSpPr>
          <p:spPr>
            <a:xfrm>
              <a:off x="12877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70" name="Google Shape;1170;p4"/>
            <p:cNvSpPr/>
            <p:nvPr/>
          </p:nvSpPr>
          <p:spPr>
            <a:xfrm>
              <a:off x="12877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71" name="Google Shape;1171;p4"/>
            <p:cNvSpPr/>
            <p:nvPr/>
          </p:nvSpPr>
          <p:spPr>
            <a:xfrm>
              <a:off x="12877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72" name="Google Shape;1172;p4"/>
            <p:cNvSpPr/>
            <p:nvPr/>
          </p:nvSpPr>
          <p:spPr>
            <a:xfrm>
              <a:off x="12877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73" name="Google Shape;1173;p4"/>
            <p:cNvSpPr/>
            <p:nvPr/>
          </p:nvSpPr>
          <p:spPr>
            <a:xfrm>
              <a:off x="12877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74" name="Google Shape;1174;p4"/>
            <p:cNvSpPr/>
            <p:nvPr/>
          </p:nvSpPr>
          <p:spPr>
            <a:xfrm>
              <a:off x="14382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75" name="Google Shape;1175;p4"/>
            <p:cNvSpPr/>
            <p:nvPr/>
          </p:nvSpPr>
          <p:spPr>
            <a:xfrm>
              <a:off x="14382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76" name="Google Shape;1176;p4"/>
            <p:cNvSpPr/>
            <p:nvPr/>
          </p:nvSpPr>
          <p:spPr>
            <a:xfrm>
              <a:off x="14382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77" name="Google Shape;1177;p4"/>
            <p:cNvSpPr/>
            <p:nvPr/>
          </p:nvSpPr>
          <p:spPr>
            <a:xfrm>
              <a:off x="143822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78" name="Google Shape;1178;p4"/>
            <p:cNvSpPr/>
            <p:nvPr/>
          </p:nvSpPr>
          <p:spPr>
            <a:xfrm>
              <a:off x="14382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79" name="Google Shape;1179;p4"/>
            <p:cNvSpPr/>
            <p:nvPr/>
          </p:nvSpPr>
          <p:spPr>
            <a:xfrm>
              <a:off x="14382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80" name="Google Shape;1180;p4"/>
            <p:cNvSpPr/>
            <p:nvPr/>
          </p:nvSpPr>
          <p:spPr>
            <a:xfrm>
              <a:off x="14382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81" name="Google Shape;1181;p4"/>
            <p:cNvSpPr/>
            <p:nvPr/>
          </p:nvSpPr>
          <p:spPr>
            <a:xfrm>
              <a:off x="14382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82" name="Google Shape;1182;p4"/>
            <p:cNvSpPr/>
            <p:nvPr/>
          </p:nvSpPr>
          <p:spPr>
            <a:xfrm>
              <a:off x="14382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83" name="Google Shape;1183;p4"/>
            <p:cNvSpPr/>
            <p:nvPr/>
          </p:nvSpPr>
          <p:spPr>
            <a:xfrm>
              <a:off x="143822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84" name="Google Shape;1184;p4"/>
            <p:cNvSpPr/>
            <p:nvPr/>
          </p:nvSpPr>
          <p:spPr>
            <a:xfrm>
              <a:off x="14382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85" name="Google Shape;1185;p4"/>
            <p:cNvSpPr/>
            <p:nvPr/>
          </p:nvSpPr>
          <p:spPr>
            <a:xfrm>
              <a:off x="14382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86" name="Google Shape;1186;p4"/>
            <p:cNvSpPr/>
            <p:nvPr/>
          </p:nvSpPr>
          <p:spPr>
            <a:xfrm>
              <a:off x="14382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87" name="Google Shape;1187;p4"/>
            <p:cNvSpPr/>
            <p:nvPr/>
          </p:nvSpPr>
          <p:spPr>
            <a:xfrm>
              <a:off x="14382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88" name="Google Shape;1188;p4"/>
            <p:cNvSpPr/>
            <p:nvPr/>
          </p:nvSpPr>
          <p:spPr>
            <a:xfrm>
              <a:off x="14382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89" name="Google Shape;1189;p4"/>
            <p:cNvSpPr/>
            <p:nvPr/>
          </p:nvSpPr>
          <p:spPr>
            <a:xfrm>
              <a:off x="14382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90" name="Google Shape;1190;p4"/>
            <p:cNvSpPr/>
            <p:nvPr/>
          </p:nvSpPr>
          <p:spPr>
            <a:xfrm>
              <a:off x="14382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91" name="Google Shape;1191;p4"/>
            <p:cNvSpPr/>
            <p:nvPr/>
          </p:nvSpPr>
          <p:spPr>
            <a:xfrm>
              <a:off x="14382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92" name="Google Shape;1192;p4"/>
            <p:cNvSpPr/>
            <p:nvPr/>
          </p:nvSpPr>
          <p:spPr>
            <a:xfrm>
              <a:off x="14382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93" name="Google Shape;1193;p4"/>
            <p:cNvSpPr/>
            <p:nvPr/>
          </p:nvSpPr>
          <p:spPr>
            <a:xfrm>
              <a:off x="14382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94" name="Google Shape;1194;p4"/>
            <p:cNvSpPr/>
            <p:nvPr/>
          </p:nvSpPr>
          <p:spPr>
            <a:xfrm>
              <a:off x="14382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95" name="Google Shape;1195;p4"/>
            <p:cNvSpPr/>
            <p:nvPr/>
          </p:nvSpPr>
          <p:spPr>
            <a:xfrm>
              <a:off x="14382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96" name="Google Shape;1196;p4"/>
            <p:cNvSpPr/>
            <p:nvPr/>
          </p:nvSpPr>
          <p:spPr>
            <a:xfrm>
              <a:off x="14382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97" name="Google Shape;1197;p4"/>
            <p:cNvSpPr/>
            <p:nvPr/>
          </p:nvSpPr>
          <p:spPr>
            <a:xfrm>
              <a:off x="14382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98" name="Google Shape;1198;p4"/>
            <p:cNvSpPr/>
            <p:nvPr/>
          </p:nvSpPr>
          <p:spPr>
            <a:xfrm>
              <a:off x="14382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99" name="Google Shape;1199;p4"/>
            <p:cNvSpPr/>
            <p:nvPr/>
          </p:nvSpPr>
          <p:spPr>
            <a:xfrm>
              <a:off x="14382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00" name="Google Shape;1200;p4"/>
            <p:cNvSpPr/>
            <p:nvPr/>
          </p:nvSpPr>
          <p:spPr>
            <a:xfrm>
              <a:off x="143822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01" name="Google Shape;1201;p4"/>
            <p:cNvSpPr/>
            <p:nvPr/>
          </p:nvSpPr>
          <p:spPr>
            <a:xfrm>
              <a:off x="14382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02" name="Google Shape;1202;p4"/>
            <p:cNvSpPr/>
            <p:nvPr/>
          </p:nvSpPr>
          <p:spPr>
            <a:xfrm>
              <a:off x="14382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03" name="Google Shape;1203;p4"/>
            <p:cNvSpPr/>
            <p:nvPr/>
          </p:nvSpPr>
          <p:spPr>
            <a:xfrm>
              <a:off x="14382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04" name="Google Shape;1204;p4"/>
            <p:cNvSpPr/>
            <p:nvPr/>
          </p:nvSpPr>
          <p:spPr>
            <a:xfrm>
              <a:off x="14382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05" name="Google Shape;1205;p4"/>
            <p:cNvSpPr/>
            <p:nvPr/>
          </p:nvSpPr>
          <p:spPr>
            <a:xfrm>
              <a:off x="15887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06" name="Google Shape;1206;p4"/>
            <p:cNvSpPr/>
            <p:nvPr/>
          </p:nvSpPr>
          <p:spPr>
            <a:xfrm>
              <a:off x="158875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07" name="Google Shape;1207;p4"/>
            <p:cNvSpPr/>
            <p:nvPr/>
          </p:nvSpPr>
          <p:spPr>
            <a:xfrm>
              <a:off x="158875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08" name="Google Shape;1208;p4"/>
            <p:cNvSpPr/>
            <p:nvPr/>
          </p:nvSpPr>
          <p:spPr>
            <a:xfrm>
              <a:off x="158875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09" name="Google Shape;1209;p4"/>
            <p:cNvSpPr/>
            <p:nvPr/>
          </p:nvSpPr>
          <p:spPr>
            <a:xfrm>
              <a:off x="15887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10" name="Google Shape;1210;p4"/>
            <p:cNvSpPr/>
            <p:nvPr/>
          </p:nvSpPr>
          <p:spPr>
            <a:xfrm>
              <a:off x="158875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11" name="Google Shape;1211;p4"/>
            <p:cNvSpPr/>
            <p:nvPr/>
          </p:nvSpPr>
          <p:spPr>
            <a:xfrm>
              <a:off x="158875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12" name="Google Shape;1212;p4"/>
            <p:cNvSpPr/>
            <p:nvPr/>
          </p:nvSpPr>
          <p:spPr>
            <a:xfrm>
              <a:off x="158875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13" name="Google Shape;1213;p4"/>
            <p:cNvSpPr/>
            <p:nvPr/>
          </p:nvSpPr>
          <p:spPr>
            <a:xfrm>
              <a:off x="158875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14" name="Google Shape;1214;p4"/>
            <p:cNvSpPr/>
            <p:nvPr/>
          </p:nvSpPr>
          <p:spPr>
            <a:xfrm>
              <a:off x="158875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15" name="Google Shape;1215;p4"/>
            <p:cNvSpPr/>
            <p:nvPr/>
          </p:nvSpPr>
          <p:spPr>
            <a:xfrm>
              <a:off x="158875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16" name="Google Shape;1216;p4"/>
            <p:cNvSpPr/>
            <p:nvPr/>
          </p:nvSpPr>
          <p:spPr>
            <a:xfrm>
              <a:off x="158875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17" name="Google Shape;1217;p4"/>
            <p:cNvSpPr/>
            <p:nvPr/>
          </p:nvSpPr>
          <p:spPr>
            <a:xfrm>
              <a:off x="158875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18" name="Google Shape;1218;p4"/>
            <p:cNvSpPr/>
            <p:nvPr/>
          </p:nvSpPr>
          <p:spPr>
            <a:xfrm>
              <a:off x="158875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19" name="Google Shape;1219;p4"/>
            <p:cNvSpPr/>
            <p:nvPr/>
          </p:nvSpPr>
          <p:spPr>
            <a:xfrm>
              <a:off x="15887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20" name="Google Shape;1220;p4"/>
            <p:cNvSpPr/>
            <p:nvPr/>
          </p:nvSpPr>
          <p:spPr>
            <a:xfrm>
              <a:off x="15887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21" name="Google Shape;1221;p4"/>
            <p:cNvSpPr/>
            <p:nvPr/>
          </p:nvSpPr>
          <p:spPr>
            <a:xfrm>
              <a:off x="158875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22" name="Google Shape;1222;p4"/>
            <p:cNvSpPr/>
            <p:nvPr/>
          </p:nvSpPr>
          <p:spPr>
            <a:xfrm>
              <a:off x="158875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23" name="Google Shape;1223;p4"/>
            <p:cNvSpPr/>
            <p:nvPr/>
          </p:nvSpPr>
          <p:spPr>
            <a:xfrm>
              <a:off x="158875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24" name="Google Shape;1224;p4"/>
            <p:cNvSpPr/>
            <p:nvPr/>
          </p:nvSpPr>
          <p:spPr>
            <a:xfrm>
              <a:off x="17392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25" name="Google Shape;1225;p4"/>
            <p:cNvSpPr/>
            <p:nvPr/>
          </p:nvSpPr>
          <p:spPr>
            <a:xfrm>
              <a:off x="173925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26" name="Google Shape;1226;p4"/>
            <p:cNvSpPr/>
            <p:nvPr/>
          </p:nvSpPr>
          <p:spPr>
            <a:xfrm>
              <a:off x="17392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27" name="Google Shape;1227;p4"/>
            <p:cNvSpPr/>
            <p:nvPr/>
          </p:nvSpPr>
          <p:spPr>
            <a:xfrm>
              <a:off x="173925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28" name="Google Shape;1228;p4"/>
            <p:cNvSpPr/>
            <p:nvPr/>
          </p:nvSpPr>
          <p:spPr>
            <a:xfrm>
              <a:off x="173925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29" name="Google Shape;1229;p4"/>
            <p:cNvSpPr/>
            <p:nvPr/>
          </p:nvSpPr>
          <p:spPr>
            <a:xfrm>
              <a:off x="173925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30" name="Google Shape;1230;p4"/>
            <p:cNvSpPr/>
            <p:nvPr/>
          </p:nvSpPr>
          <p:spPr>
            <a:xfrm>
              <a:off x="173925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31" name="Google Shape;1231;p4"/>
            <p:cNvSpPr/>
            <p:nvPr/>
          </p:nvSpPr>
          <p:spPr>
            <a:xfrm>
              <a:off x="173925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32" name="Google Shape;1232;p4"/>
            <p:cNvSpPr/>
            <p:nvPr/>
          </p:nvSpPr>
          <p:spPr>
            <a:xfrm>
              <a:off x="173925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33" name="Google Shape;1233;p4"/>
            <p:cNvSpPr/>
            <p:nvPr/>
          </p:nvSpPr>
          <p:spPr>
            <a:xfrm>
              <a:off x="173925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34" name="Google Shape;1234;p4"/>
            <p:cNvSpPr/>
            <p:nvPr/>
          </p:nvSpPr>
          <p:spPr>
            <a:xfrm>
              <a:off x="17392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35" name="Google Shape;1235;p4"/>
            <p:cNvSpPr/>
            <p:nvPr/>
          </p:nvSpPr>
          <p:spPr>
            <a:xfrm>
              <a:off x="1889750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36" name="Google Shape;1236;p4"/>
            <p:cNvSpPr/>
            <p:nvPr/>
          </p:nvSpPr>
          <p:spPr>
            <a:xfrm>
              <a:off x="1889750" y="8401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37" name="Google Shape;1237;p4"/>
            <p:cNvSpPr/>
            <p:nvPr/>
          </p:nvSpPr>
          <p:spPr>
            <a:xfrm>
              <a:off x="1889750" y="33988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38" name="Google Shape;1238;p4"/>
            <p:cNvSpPr/>
            <p:nvPr/>
          </p:nvSpPr>
          <p:spPr>
            <a:xfrm>
              <a:off x="1889750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39" name="Google Shape;1239;p4"/>
            <p:cNvSpPr/>
            <p:nvPr/>
          </p:nvSpPr>
          <p:spPr>
            <a:xfrm>
              <a:off x="1889750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40" name="Google Shape;1240;p4"/>
            <p:cNvSpPr/>
            <p:nvPr/>
          </p:nvSpPr>
          <p:spPr>
            <a:xfrm>
              <a:off x="204027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41" name="Google Shape;1241;p4"/>
            <p:cNvSpPr/>
            <p:nvPr/>
          </p:nvSpPr>
          <p:spPr>
            <a:xfrm>
              <a:off x="204027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42" name="Google Shape;1242;p4"/>
            <p:cNvSpPr/>
            <p:nvPr/>
          </p:nvSpPr>
          <p:spPr>
            <a:xfrm>
              <a:off x="204027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43" name="Google Shape;1243;p4"/>
            <p:cNvSpPr/>
            <p:nvPr/>
          </p:nvSpPr>
          <p:spPr>
            <a:xfrm>
              <a:off x="2190775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44" name="Google Shape;1244;p4"/>
            <p:cNvSpPr/>
            <p:nvPr/>
          </p:nvSpPr>
          <p:spPr>
            <a:xfrm>
              <a:off x="234130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45" name="Google Shape;1245;p4"/>
            <p:cNvSpPr/>
            <p:nvPr/>
          </p:nvSpPr>
          <p:spPr>
            <a:xfrm>
              <a:off x="26423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46" name="Google Shape;1246;p4"/>
            <p:cNvSpPr/>
            <p:nvPr/>
          </p:nvSpPr>
          <p:spPr>
            <a:xfrm>
              <a:off x="26423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47" name="Google Shape;1247;p4"/>
            <p:cNvSpPr/>
            <p:nvPr/>
          </p:nvSpPr>
          <p:spPr>
            <a:xfrm>
              <a:off x="3244350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  <p:grpSp>
        <p:nvGrpSpPr>
          <p:cNvPr id="1248" name="Google Shape;1248;p4"/>
          <p:cNvGrpSpPr/>
          <p:nvPr/>
        </p:nvGrpSpPr>
        <p:grpSpPr>
          <a:xfrm rot="10800000">
            <a:off x="6367293" y="38264"/>
            <a:ext cx="2017555" cy="6781736"/>
            <a:chOff x="1588750" y="238125"/>
            <a:chExt cx="2078025" cy="5238750"/>
          </a:xfrm>
        </p:grpSpPr>
        <p:sp>
          <p:nvSpPr>
            <p:cNvPr id="1249" name="Google Shape;1249;p4"/>
            <p:cNvSpPr/>
            <p:nvPr/>
          </p:nvSpPr>
          <p:spPr>
            <a:xfrm>
              <a:off x="158875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50" name="Google Shape;1250;p4"/>
            <p:cNvSpPr/>
            <p:nvPr/>
          </p:nvSpPr>
          <p:spPr>
            <a:xfrm>
              <a:off x="158875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51" name="Google Shape;1251;p4"/>
            <p:cNvSpPr/>
            <p:nvPr/>
          </p:nvSpPr>
          <p:spPr>
            <a:xfrm>
              <a:off x="158875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52" name="Google Shape;1252;p4"/>
            <p:cNvSpPr/>
            <p:nvPr/>
          </p:nvSpPr>
          <p:spPr>
            <a:xfrm>
              <a:off x="158875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53" name="Google Shape;1253;p4"/>
            <p:cNvSpPr/>
            <p:nvPr/>
          </p:nvSpPr>
          <p:spPr>
            <a:xfrm>
              <a:off x="158875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54" name="Google Shape;1254;p4"/>
            <p:cNvSpPr/>
            <p:nvPr/>
          </p:nvSpPr>
          <p:spPr>
            <a:xfrm>
              <a:off x="15887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55" name="Google Shape;1255;p4"/>
            <p:cNvSpPr/>
            <p:nvPr/>
          </p:nvSpPr>
          <p:spPr>
            <a:xfrm>
              <a:off x="173925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56" name="Google Shape;1256;p4"/>
            <p:cNvSpPr/>
            <p:nvPr/>
          </p:nvSpPr>
          <p:spPr>
            <a:xfrm>
              <a:off x="173925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57" name="Google Shape;1257;p4"/>
            <p:cNvSpPr/>
            <p:nvPr/>
          </p:nvSpPr>
          <p:spPr>
            <a:xfrm>
              <a:off x="173925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58" name="Google Shape;1258;p4"/>
            <p:cNvSpPr/>
            <p:nvPr/>
          </p:nvSpPr>
          <p:spPr>
            <a:xfrm>
              <a:off x="173925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59" name="Google Shape;1259;p4"/>
            <p:cNvSpPr/>
            <p:nvPr/>
          </p:nvSpPr>
          <p:spPr>
            <a:xfrm>
              <a:off x="173925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60" name="Google Shape;1260;p4"/>
            <p:cNvSpPr/>
            <p:nvPr/>
          </p:nvSpPr>
          <p:spPr>
            <a:xfrm>
              <a:off x="17392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61" name="Google Shape;1261;p4"/>
            <p:cNvSpPr/>
            <p:nvPr/>
          </p:nvSpPr>
          <p:spPr>
            <a:xfrm>
              <a:off x="173925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62" name="Google Shape;1262;p4"/>
            <p:cNvSpPr/>
            <p:nvPr/>
          </p:nvSpPr>
          <p:spPr>
            <a:xfrm>
              <a:off x="1889750" y="2381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63" name="Google Shape;1263;p4"/>
            <p:cNvSpPr/>
            <p:nvPr/>
          </p:nvSpPr>
          <p:spPr>
            <a:xfrm>
              <a:off x="1889750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64" name="Google Shape;1264;p4"/>
            <p:cNvSpPr/>
            <p:nvPr/>
          </p:nvSpPr>
          <p:spPr>
            <a:xfrm>
              <a:off x="1889750" y="17432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65" name="Google Shape;1265;p4"/>
            <p:cNvSpPr/>
            <p:nvPr/>
          </p:nvSpPr>
          <p:spPr>
            <a:xfrm>
              <a:off x="1889750" y="18937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66" name="Google Shape;1266;p4"/>
            <p:cNvSpPr/>
            <p:nvPr/>
          </p:nvSpPr>
          <p:spPr>
            <a:xfrm>
              <a:off x="1889750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67" name="Google Shape;1267;p4"/>
            <p:cNvSpPr/>
            <p:nvPr/>
          </p:nvSpPr>
          <p:spPr>
            <a:xfrm>
              <a:off x="1889750" y="21947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68" name="Google Shape;1268;p4"/>
            <p:cNvSpPr/>
            <p:nvPr/>
          </p:nvSpPr>
          <p:spPr>
            <a:xfrm>
              <a:off x="1889750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69" name="Google Shape;1269;p4"/>
            <p:cNvSpPr/>
            <p:nvPr/>
          </p:nvSpPr>
          <p:spPr>
            <a:xfrm>
              <a:off x="1889750" y="24957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70" name="Google Shape;1270;p4"/>
            <p:cNvSpPr/>
            <p:nvPr/>
          </p:nvSpPr>
          <p:spPr>
            <a:xfrm>
              <a:off x="1889750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71" name="Google Shape;1271;p4"/>
            <p:cNvSpPr/>
            <p:nvPr/>
          </p:nvSpPr>
          <p:spPr>
            <a:xfrm>
              <a:off x="1889750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72" name="Google Shape;1272;p4"/>
            <p:cNvSpPr/>
            <p:nvPr/>
          </p:nvSpPr>
          <p:spPr>
            <a:xfrm>
              <a:off x="1889750" y="29473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73" name="Google Shape;1273;p4"/>
            <p:cNvSpPr/>
            <p:nvPr/>
          </p:nvSpPr>
          <p:spPr>
            <a:xfrm>
              <a:off x="1889750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74" name="Google Shape;1274;p4"/>
            <p:cNvSpPr/>
            <p:nvPr/>
          </p:nvSpPr>
          <p:spPr>
            <a:xfrm>
              <a:off x="1889750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75" name="Google Shape;1275;p4"/>
            <p:cNvSpPr/>
            <p:nvPr/>
          </p:nvSpPr>
          <p:spPr>
            <a:xfrm>
              <a:off x="1889750" y="40008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76" name="Google Shape;1276;p4"/>
            <p:cNvSpPr/>
            <p:nvPr/>
          </p:nvSpPr>
          <p:spPr>
            <a:xfrm>
              <a:off x="1889750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77" name="Google Shape;1277;p4"/>
            <p:cNvSpPr/>
            <p:nvPr/>
          </p:nvSpPr>
          <p:spPr>
            <a:xfrm>
              <a:off x="1889750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78" name="Google Shape;1278;p4"/>
            <p:cNvSpPr/>
            <p:nvPr/>
          </p:nvSpPr>
          <p:spPr>
            <a:xfrm>
              <a:off x="1889750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79" name="Google Shape;1279;p4"/>
            <p:cNvSpPr/>
            <p:nvPr/>
          </p:nvSpPr>
          <p:spPr>
            <a:xfrm>
              <a:off x="1889750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80" name="Google Shape;1280;p4"/>
            <p:cNvSpPr/>
            <p:nvPr/>
          </p:nvSpPr>
          <p:spPr>
            <a:xfrm>
              <a:off x="1889750" y="49039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81" name="Google Shape;1281;p4"/>
            <p:cNvSpPr/>
            <p:nvPr/>
          </p:nvSpPr>
          <p:spPr>
            <a:xfrm>
              <a:off x="204027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82" name="Google Shape;1282;p4"/>
            <p:cNvSpPr/>
            <p:nvPr/>
          </p:nvSpPr>
          <p:spPr>
            <a:xfrm>
              <a:off x="204027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83" name="Google Shape;1283;p4"/>
            <p:cNvSpPr/>
            <p:nvPr/>
          </p:nvSpPr>
          <p:spPr>
            <a:xfrm>
              <a:off x="204027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84" name="Google Shape;1284;p4"/>
            <p:cNvSpPr/>
            <p:nvPr/>
          </p:nvSpPr>
          <p:spPr>
            <a:xfrm>
              <a:off x="204027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85" name="Google Shape;1285;p4"/>
            <p:cNvSpPr/>
            <p:nvPr/>
          </p:nvSpPr>
          <p:spPr>
            <a:xfrm>
              <a:off x="204027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86" name="Google Shape;1286;p4"/>
            <p:cNvSpPr/>
            <p:nvPr/>
          </p:nvSpPr>
          <p:spPr>
            <a:xfrm>
              <a:off x="204027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87" name="Google Shape;1287;p4"/>
            <p:cNvSpPr/>
            <p:nvPr/>
          </p:nvSpPr>
          <p:spPr>
            <a:xfrm>
              <a:off x="204027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88" name="Google Shape;1288;p4"/>
            <p:cNvSpPr/>
            <p:nvPr/>
          </p:nvSpPr>
          <p:spPr>
            <a:xfrm>
              <a:off x="204027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89" name="Google Shape;1289;p4"/>
            <p:cNvSpPr/>
            <p:nvPr/>
          </p:nvSpPr>
          <p:spPr>
            <a:xfrm>
              <a:off x="204027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90" name="Google Shape;1290;p4"/>
            <p:cNvSpPr/>
            <p:nvPr/>
          </p:nvSpPr>
          <p:spPr>
            <a:xfrm>
              <a:off x="204027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91" name="Google Shape;1291;p4"/>
            <p:cNvSpPr/>
            <p:nvPr/>
          </p:nvSpPr>
          <p:spPr>
            <a:xfrm>
              <a:off x="204027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92" name="Google Shape;1292;p4"/>
            <p:cNvSpPr/>
            <p:nvPr/>
          </p:nvSpPr>
          <p:spPr>
            <a:xfrm>
              <a:off x="204027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93" name="Google Shape;1293;p4"/>
            <p:cNvSpPr/>
            <p:nvPr/>
          </p:nvSpPr>
          <p:spPr>
            <a:xfrm>
              <a:off x="204027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94" name="Google Shape;1294;p4"/>
            <p:cNvSpPr/>
            <p:nvPr/>
          </p:nvSpPr>
          <p:spPr>
            <a:xfrm>
              <a:off x="204027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95" name="Google Shape;1295;p4"/>
            <p:cNvSpPr/>
            <p:nvPr/>
          </p:nvSpPr>
          <p:spPr>
            <a:xfrm>
              <a:off x="204027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96" name="Google Shape;1296;p4"/>
            <p:cNvSpPr/>
            <p:nvPr/>
          </p:nvSpPr>
          <p:spPr>
            <a:xfrm>
              <a:off x="204027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97" name="Google Shape;1297;p4"/>
            <p:cNvSpPr/>
            <p:nvPr/>
          </p:nvSpPr>
          <p:spPr>
            <a:xfrm>
              <a:off x="204027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98" name="Google Shape;1298;p4"/>
            <p:cNvSpPr/>
            <p:nvPr/>
          </p:nvSpPr>
          <p:spPr>
            <a:xfrm>
              <a:off x="204027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99" name="Google Shape;1299;p4"/>
            <p:cNvSpPr/>
            <p:nvPr/>
          </p:nvSpPr>
          <p:spPr>
            <a:xfrm>
              <a:off x="204027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00" name="Google Shape;1300;p4"/>
            <p:cNvSpPr/>
            <p:nvPr/>
          </p:nvSpPr>
          <p:spPr>
            <a:xfrm>
              <a:off x="2190775" y="2381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01" name="Google Shape;1301;p4"/>
            <p:cNvSpPr/>
            <p:nvPr/>
          </p:nvSpPr>
          <p:spPr>
            <a:xfrm>
              <a:off x="2190775" y="6896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02" name="Google Shape;1302;p4"/>
            <p:cNvSpPr/>
            <p:nvPr/>
          </p:nvSpPr>
          <p:spPr>
            <a:xfrm>
              <a:off x="2190775" y="8401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03" name="Google Shape;1303;p4"/>
            <p:cNvSpPr/>
            <p:nvPr/>
          </p:nvSpPr>
          <p:spPr>
            <a:xfrm>
              <a:off x="2190775" y="11411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04" name="Google Shape;1304;p4"/>
            <p:cNvSpPr/>
            <p:nvPr/>
          </p:nvSpPr>
          <p:spPr>
            <a:xfrm>
              <a:off x="2190775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05" name="Google Shape;1305;p4"/>
            <p:cNvSpPr/>
            <p:nvPr/>
          </p:nvSpPr>
          <p:spPr>
            <a:xfrm>
              <a:off x="2190775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06" name="Google Shape;1306;p4"/>
            <p:cNvSpPr/>
            <p:nvPr/>
          </p:nvSpPr>
          <p:spPr>
            <a:xfrm>
              <a:off x="2190775" y="17432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07" name="Google Shape;1307;p4"/>
            <p:cNvSpPr/>
            <p:nvPr/>
          </p:nvSpPr>
          <p:spPr>
            <a:xfrm>
              <a:off x="2190775" y="18937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08" name="Google Shape;1308;p4"/>
            <p:cNvSpPr/>
            <p:nvPr/>
          </p:nvSpPr>
          <p:spPr>
            <a:xfrm>
              <a:off x="2190775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09" name="Google Shape;1309;p4"/>
            <p:cNvSpPr/>
            <p:nvPr/>
          </p:nvSpPr>
          <p:spPr>
            <a:xfrm>
              <a:off x="2190775" y="21947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10" name="Google Shape;1310;p4"/>
            <p:cNvSpPr/>
            <p:nvPr/>
          </p:nvSpPr>
          <p:spPr>
            <a:xfrm>
              <a:off x="2190775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11" name="Google Shape;1311;p4"/>
            <p:cNvSpPr/>
            <p:nvPr/>
          </p:nvSpPr>
          <p:spPr>
            <a:xfrm>
              <a:off x="2190775" y="24957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12" name="Google Shape;1312;p4"/>
            <p:cNvSpPr/>
            <p:nvPr/>
          </p:nvSpPr>
          <p:spPr>
            <a:xfrm>
              <a:off x="2190775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13" name="Google Shape;1313;p4"/>
            <p:cNvSpPr/>
            <p:nvPr/>
          </p:nvSpPr>
          <p:spPr>
            <a:xfrm>
              <a:off x="2190775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14" name="Google Shape;1314;p4"/>
            <p:cNvSpPr/>
            <p:nvPr/>
          </p:nvSpPr>
          <p:spPr>
            <a:xfrm>
              <a:off x="2190775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15" name="Google Shape;1315;p4"/>
            <p:cNvSpPr/>
            <p:nvPr/>
          </p:nvSpPr>
          <p:spPr>
            <a:xfrm>
              <a:off x="2190775" y="33988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16" name="Google Shape;1316;p4"/>
            <p:cNvSpPr/>
            <p:nvPr/>
          </p:nvSpPr>
          <p:spPr>
            <a:xfrm>
              <a:off x="2190775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17" name="Google Shape;1317;p4"/>
            <p:cNvSpPr/>
            <p:nvPr/>
          </p:nvSpPr>
          <p:spPr>
            <a:xfrm>
              <a:off x="2190775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18" name="Google Shape;1318;p4"/>
            <p:cNvSpPr/>
            <p:nvPr/>
          </p:nvSpPr>
          <p:spPr>
            <a:xfrm>
              <a:off x="2190775" y="40008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19" name="Google Shape;1319;p4"/>
            <p:cNvSpPr/>
            <p:nvPr/>
          </p:nvSpPr>
          <p:spPr>
            <a:xfrm>
              <a:off x="2190775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20" name="Google Shape;1320;p4"/>
            <p:cNvSpPr/>
            <p:nvPr/>
          </p:nvSpPr>
          <p:spPr>
            <a:xfrm>
              <a:off x="2190775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21" name="Google Shape;1321;p4"/>
            <p:cNvSpPr/>
            <p:nvPr/>
          </p:nvSpPr>
          <p:spPr>
            <a:xfrm>
              <a:off x="2190775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22" name="Google Shape;1322;p4"/>
            <p:cNvSpPr/>
            <p:nvPr/>
          </p:nvSpPr>
          <p:spPr>
            <a:xfrm>
              <a:off x="2190775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23" name="Google Shape;1323;p4"/>
            <p:cNvSpPr/>
            <p:nvPr/>
          </p:nvSpPr>
          <p:spPr>
            <a:xfrm>
              <a:off x="2190775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24" name="Google Shape;1324;p4"/>
            <p:cNvSpPr/>
            <p:nvPr/>
          </p:nvSpPr>
          <p:spPr>
            <a:xfrm>
              <a:off x="2190775" y="53554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25" name="Google Shape;1325;p4"/>
            <p:cNvSpPr/>
            <p:nvPr/>
          </p:nvSpPr>
          <p:spPr>
            <a:xfrm>
              <a:off x="234130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26" name="Google Shape;1326;p4"/>
            <p:cNvSpPr/>
            <p:nvPr/>
          </p:nvSpPr>
          <p:spPr>
            <a:xfrm>
              <a:off x="23413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27" name="Google Shape;1327;p4"/>
            <p:cNvSpPr/>
            <p:nvPr/>
          </p:nvSpPr>
          <p:spPr>
            <a:xfrm>
              <a:off x="23413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28" name="Google Shape;1328;p4"/>
            <p:cNvSpPr/>
            <p:nvPr/>
          </p:nvSpPr>
          <p:spPr>
            <a:xfrm>
              <a:off x="23413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29" name="Google Shape;1329;p4"/>
            <p:cNvSpPr/>
            <p:nvPr/>
          </p:nvSpPr>
          <p:spPr>
            <a:xfrm>
              <a:off x="234130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30" name="Google Shape;1330;p4"/>
            <p:cNvSpPr/>
            <p:nvPr/>
          </p:nvSpPr>
          <p:spPr>
            <a:xfrm>
              <a:off x="234130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31" name="Google Shape;1331;p4"/>
            <p:cNvSpPr/>
            <p:nvPr/>
          </p:nvSpPr>
          <p:spPr>
            <a:xfrm>
              <a:off x="234130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32" name="Google Shape;1332;p4"/>
            <p:cNvSpPr/>
            <p:nvPr/>
          </p:nvSpPr>
          <p:spPr>
            <a:xfrm>
              <a:off x="234130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33" name="Google Shape;1333;p4"/>
            <p:cNvSpPr/>
            <p:nvPr/>
          </p:nvSpPr>
          <p:spPr>
            <a:xfrm>
              <a:off x="234130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34" name="Google Shape;1334;p4"/>
            <p:cNvSpPr/>
            <p:nvPr/>
          </p:nvSpPr>
          <p:spPr>
            <a:xfrm>
              <a:off x="234130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35" name="Google Shape;1335;p4"/>
            <p:cNvSpPr/>
            <p:nvPr/>
          </p:nvSpPr>
          <p:spPr>
            <a:xfrm>
              <a:off x="23413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36" name="Google Shape;1336;p4"/>
            <p:cNvSpPr/>
            <p:nvPr/>
          </p:nvSpPr>
          <p:spPr>
            <a:xfrm>
              <a:off x="23413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37" name="Google Shape;1337;p4"/>
            <p:cNvSpPr/>
            <p:nvPr/>
          </p:nvSpPr>
          <p:spPr>
            <a:xfrm>
              <a:off x="234130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38" name="Google Shape;1338;p4"/>
            <p:cNvSpPr/>
            <p:nvPr/>
          </p:nvSpPr>
          <p:spPr>
            <a:xfrm>
              <a:off x="234130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39" name="Google Shape;1339;p4"/>
            <p:cNvSpPr/>
            <p:nvPr/>
          </p:nvSpPr>
          <p:spPr>
            <a:xfrm>
              <a:off x="234130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40" name="Google Shape;1340;p4"/>
            <p:cNvSpPr/>
            <p:nvPr/>
          </p:nvSpPr>
          <p:spPr>
            <a:xfrm>
              <a:off x="234130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41" name="Google Shape;1341;p4"/>
            <p:cNvSpPr/>
            <p:nvPr/>
          </p:nvSpPr>
          <p:spPr>
            <a:xfrm>
              <a:off x="234130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42" name="Google Shape;1342;p4"/>
            <p:cNvSpPr/>
            <p:nvPr/>
          </p:nvSpPr>
          <p:spPr>
            <a:xfrm>
              <a:off x="234130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43" name="Google Shape;1343;p4"/>
            <p:cNvSpPr/>
            <p:nvPr/>
          </p:nvSpPr>
          <p:spPr>
            <a:xfrm>
              <a:off x="234130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44" name="Google Shape;1344;p4"/>
            <p:cNvSpPr/>
            <p:nvPr/>
          </p:nvSpPr>
          <p:spPr>
            <a:xfrm>
              <a:off x="234130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45" name="Google Shape;1345;p4"/>
            <p:cNvSpPr/>
            <p:nvPr/>
          </p:nvSpPr>
          <p:spPr>
            <a:xfrm>
              <a:off x="234130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46" name="Google Shape;1346;p4"/>
            <p:cNvSpPr/>
            <p:nvPr/>
          </p:nvSpPr>
          <p:spPr>
            <a:xfrm>
              <a:off x="23413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47" name="Google Shape;1347;p4"/>
            <p:cNvSpPr/>
            <p:nvPr/>
          </p:nvSpPr>
          <p:spPr>
            <a:xfrm>
              <a:off x="23413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48" name="Google Shape;1348;p4"/>
            <p:cNvSpPr/>
            <p:nvPr/>
          </p:nvSpPr>
          <p:spPr>
            <a:xfrm>
              <a:off x="234130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49" name="Google Shape;1349;p4"/>
            <p:cNvSpPr/>
            <p:nvPr/>
          </p:nvSpPr>
          <p:spPr>
            <a:xfrm>
              <a:off x="234130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50" name="Google Shape;1350;p4"/>
            <p:cNvSpPr/>
            <p:nvPr/>
          </p:nvSpPr>
          <p:spPr>
            <a:xfrm>
              <a:off x="234130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51" name="Google Shape;1351;p4"/>
            <p:cNvSpPr/>
            <p:nvPr/>
          </p:nvSpPr>
          <p:spPr>
            <a:xfrm>
              <a:off x="24918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52" name="Google Shape;1352;p4"/>
            <p:cNvSpPr/>
            <p:nvPr/>
          </p:nvSpPr>
          <p:spPr>
            <a:xfrm>
              <a:off x="24918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53" name="Google Shape;1353;p4"/>
            <p:cNvSpPr/>
            <p:nvPr/>
          </p:nvSpPr>
          <p:spPr>
            <a:xfrm>
              <a:off x="249180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54" name="Google Shape;1354;p4"/>
            <p:cNvSpPr/>
            <p:nvPr/>
          </p:nvSpPr>
          <p:spPr>
            <a:xfrm>
              <a:off x="24918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55" name="Google Shape;1355;p4"/>
            <p:cNvSpPr/>
            <p:nvPr/>
          </p:nvSpPr>
          <p:spPr>
            <a:xfrm>
              <a:off x="249180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56" name="Google Shape;1356;p4"/>
            <p:cNvSpPr/>
            <p:nvPr/>
          </p:nvSpPr>
          <p:spPr>
            <a:xfrm>
              <a:off x="249180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57" name="Google Shape;1357;p4"/>
            <p:cNvSpPr/>
            <p:nvPr/>
          </p:nvSpPr>
          <p:spPr>
            <a:xfrm>
              <a:off x="249180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58" name="Google Shape;1358;p4"/>
            <p:cNvSpPr/>
            <p:nvPr/>
          </p:nvSpPr>
          <p:spPr>
            <a:xfrm>
              <a:off x="249180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59" name="Google Shape;1359;p4"/>
            <p:cNvSpPr/>
            <p:nvPr/>
          </p:nvSpPr>
          <p:spPr>
            <a:xfrm>
              <a:off x="24918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60" name="Google Shape;1360;p4"/>
            <p:cNvSpPr/>
            <p:nvPr/>
          </p:nvSpPr>
          <p:spPr>
            <a:xfrm>
              <a:off x="249180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61" name="Google Shape;1361;p4"/>
            <p:cNvSpPr/>
            <p:nvPr/>
          </p:nvSpPr>
          <p:spPr>
            <a:xfrm>
              <a:off x="249180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62" name="Google Shape;1362;p4"/>
            <p:cNvSpPr/>
            <p:nvPr/>
          </p:nvSpPr>
          <p:spPr>
            <a:xfrm>
              <a:off x="24918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63" name="Google Shape;1363;p4"/>
            <p:cNvSpPr/>
            <p:nvPr/>
          </p:nvSpPr>
          <p:spPr>
            <a:xfrm>
              <a:off x="24918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64" name="Google Shape;1364;p4"/>
            <p:cNvSpPr/>
            <p:nvPr/>
          </p:nvSpPr>
          <p:spPr>
            <a:xfrm>
              <a:off x="249180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65" name="Google Shape;1365;p4"/>
            <p:cNvSpPr/>
            <p:nvPr/>
          </p:nvSpPr>
          <p:spPr>
            <a:xfrm>
              <a:off x="249180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66" name="Google Shape;1366;p4"/>
            <p:cNvSpPr/>
            <p:nvPr/>
          </p:nvSpPr>
          <p:spPr>
            <a:xfrm>
              <a:off x="249180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67" name="Google Shape;1367;p4"/>
            <p:cNvSpPr/>
            <p:nvPr/>
          </p:nvSpPr>
          <p:spPr>
            <a:xfrm>
              <a:off x="249180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68" name="Google Shape;1368;p4"/>
            <p:cNvSpPr/>
            <p:nvPr/>
          </p:nvSpPr>
          <p:spPr>
            <a:xfrm>
              <a:off x="249180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69" name="Google Shape;1369;p4"/>
            <p:cNvSpPr/>
            <p:nvPr/>
          </p:nvSpPr>
          <p:spPr>
            <a:xfrm>
              <a:off x="249180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70" name="Google Shape;1370;p4"/>
            <p:cNvSpPr/>
            <p:nvPr/>
          </p:nvSpPr>
          <p:spPr>
            <a:xfrm>
              <a:off x="249180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71" name="Google Shape;1371;p4"/>
            <p:cNvSpPr/>
            <p:nvPr/>
          </p:nvSpPr>
          <p:spPr>
            <a:xfrm>
              <a:off x="249180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72" name="Google Shape;1372;p4"/>
            <p:cNvSpPr/>
            <p:nvPr/>
          </p:nvSpPr>
          <p:spPr>
            <a:xfrm>
              <a:off x="24918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73" name="Google Shape;1373;p4"/>
            <p:cNvSpPr/>
            <p:nvPr/>
          </p:nvSpPr>
          <p:spPr>
            <a:xfrm>
              <a:off x="249180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74" name="Google Shape;1374;p4"/>
            <p:cNvSpPr/>
            <p:nvPr/>
          </p:nvSpPr>
          <p:spPr>
            <a:xfrm>
              <a:off x="249180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75" name="Google Shape;1375;p4"/>
            <p:cNvSpPr/>
            <p:nvPr/>
          </p:nvSpPr>
          <p:spPr>
            <a:xfrm>
              <a:off x="249180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76" name="Google Shape;1376;p4"/>
            <p:cNvSpPr/>
            <p:nvPr/>
          </p:nvSpPr>
          <p:spPr>
            <a:xfrm>
              <a:off x="26423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77" name="Google Shape;1377;p4"/>
            <p:cNvSpPr/>
            <p:nvPr/>
          </p:nvSpPr>
          <p:spPr>
            <a:xfrm>
              <a:off x="26423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78" name="Google Shape;1378;p4"/>
            <p:cNvSpPr/>
            <p:nvPr/>
          </p:nvSpPr>
          <p:spPr>
            <a:xfrm>
              <a:off x="26423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79" name="Google Shape;1379;p4"/>
            <p:cNvSpPr/>
            <p:nvPr/>
          </p:nvSpPr>
          <p:spPr>
            <a:xfrm>
              <a:off x="26423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80" name="Google Shape;1380;p4"/>
            <p:cNvSpPr/>
            <p:nvPr/>
          </p:nvSpPr>
          <p:spPr>
            <a:xfrm>
              <a:off x="26423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81" name="Google Shape;1381;p4"/>
            <p:cNvSpPr/>
            <p:nvPr/>
          </p:nvSpPr>
          <p:spPr>
            <a:xfrm>
              <a:off x="26423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82" name="Google Shape;1382;p4"/>
            <p:cNvSpPr/>
            <p:nvPr/>
          </p:nvSpPr>
          <p:spPr>
            <a:xfrm>
              <a:off x="26423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83" name="Google Shape;1383;p4"/>
            <p:cNvSpPr/>
            <p:nvPr/>
          </p:nvSpPr>
          <p:spPr>
            <a:xfrm>
              <a:off x="26423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84" name="Google Shape;1384;p4"/>
            <p:cNvSpPr/>
            <p:nvPr/>
          </p:nvSpPr>
          <p:spPr>
            <a:xfrm>
              <a:off x="26423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85" name="Google Shape;1385;p4"/>
            <p:cNvSpPr/>
            <p:nvPr/>
          </p:nvSpPr>
          <p:spPr>
            <a:xfrm>
              <a:off x="26423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86" name="Google Shape;1386;p4"/>
            <p:cNvSpPr/>
            <p:nvPr/>
          </p:nvSpPr>
          <p:spPr>
            <a:xfrm>
              <a:off x="26423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87" name="Google Shape;1387;p4"/>
            <p:cNvSpPr/>
            <p:nvPr/>
          </p:nvSpPr>
          <p:spPr>
            <a:xfrm>
              <a:off x="26423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88" name="Google Shape;1388;p4"/>
            <p:cNvSpPr/>
            <p:nvPr/>
          </p:nvSpPr>
          <p:spPr>
            <a:xfrm>
              <a:off x="26423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89" name="Google Shape;1389;p4"/>
            <p:cNvSpPr/>
            <p:nvPr/>
          </p:nvSpPr>
          <p:spPr>
            <a:xfrm>
              <a:off x="26423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90" name="Google Shape;1390;p4"/>
            <p:cNvSpPr/>
            <p:nvPr/>
          </p:nvSpPr>
          <p:spPr>
            <a:xfrm>
              <a:off x="26423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91" name="Google Shape;1391;p4"/>
            <p:cNvSpPr/>
            <p:nvPr/>
          </p:nvSpPr>
          <p:spPr>
            <a:xfrm>
              <a:off x="26423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92" name="Google Shape;1392;p4"/>
            <p:cNvSpPr/>
            <p:nvPr/>
          </p:nvSpPr>
          <p:spPr>
            <a:xfrm>
              <a:off x="26423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93" name="Google Shape;1393;p4"/>
            <p:cNvSpPr/>
            <p:nvPr/>
          </p:nvSpPr>
          <p:spPr>
            <a:xfrm>
              <a:off x="26423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94" name="Google Shape;1394;p4"/>
            <p:cNvSpPr/>
            <p:nvPr/>
          </p:nvSpPr>
          <p:spPr>
            <a:xfrm>
              <a:off x="26423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95" name="Google Shape;1395;p4"/>
            <p:cNvSpPr/>
            <p:nvPr/>
          </p:nvSpPr>
          <p:spPr>
            <a:xfrm>
              <a:off x="26423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96" name="Google Shape;1396;p4"/>
            <p:cNvSpPr/>
            <p:nvPr/>
          </p:nvSpPr>
          <p:spPr>
            <a:xfrm>
              <a:off x="27928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97" name="Google Shape;1397;p4"/>
            <p:cNvSpPr/>
            <p:nvPr/>
          </p:nvSpPr>
          <p:spPr>
            <a:xfrm>
              <a:off x="27928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98" name="Google Shape;1398;p4"/>
            <p:cNvSpPr/>
            <p:nvPr/>
          </p:nvSpPr>
          <p:spPr>
            <a:xfrm>
              <a:off x="27928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99" name="Google Shape;1399;p4"/>
            <p:cNvSpPr/>
            <p:nvPr/>
          </p:nvSpPr>
          <p:spPr>
            <a:xfrm>
              <a:off x="27928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00" name="Google Shape;1400;p4"/>
            <p:cNvSpPr/>
            <p:nvPr/>
          </p:nvSpPr>
          <p:spPr>
            <a:xfrm>
              <a:off x="27928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01" name="Google Shape;1401;p4"/>
            <p:cNvSpPr/>
            <p:nvPr/>
          </p:nvSpPr>
          <p:spPr>
            <a:xfrm>
              <a:off x="27928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02" name="Google Shape;1402;p4"/>
            <p:cNvSpPr/>
            <p:nvPr/>
          </p:nvSpPr>
          <p:spPr>
            <a:xfrm>
              <a:off x="27928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03" name="Google Shape;1403;p4"/>
            <p:cNvSpPr/>
            <p:nvPr/>
          </p:nvSpPr>
          <p:spPr>
            <a:xfrm>
              <a:off x="27928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04" name="Google Shape;1404;p4"/>
            <p:cNvSpPr/>
            <p:nvPr/>
          </p:nvSpPr>
          <p:spPr>
            <a:xfrm>
              <a:off x="27928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05" name="Google Shape;1405;p4"/>
            <p:cNvSpPr/>
            <p:nvPr/>
          </p:nvSpPr>
          <p:spPr>
            <a:xfrm>
              <a:off x="27928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06" name="Google Shape;1406;p4"/>
            <p:cNvSpPr/>
            <p:nvPr/>
          </p:nvSpPr>
          <p:spPr>
            <a:xfrm>
              <a:off x="27928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07" name="Google Shape;1407;p4"/>
            <p:cNvSpPr/>
            <p:nvPr/>
          </p:nvSpPr>
          <p:spPr>
            <a:xfrm>
              <a:off x="27928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08" name="Google Shape;1408;p4"/>
            <p:cNvSpPr/>
            <p:nvPr/>
          </p:nvSpPr>
          <p:spPr>
            <a:xfrm>
              <a:off x="27928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09" name="Google Shape;1409;p4"/>
            <p:cNvSpPr/>
            <p:nvPr/>
          </p:nvSpPr>
          <p:spPr>
            <a:xfrm>
              <a:off x="27928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10" name="Google Shape;1410;p4"/>
            <p:cNvSpPr/>
            <p:nvPr/>
          </p:nvSpPr>
          <p:spPr>
            <a:xfrm>
              <a:off x="27928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11" name="Google Shape;1411;p4"/>
            <p:cNvSpPr/>
            <p:nvPr/>
          </p:nvSpPr>
          <p:spPr>
            <a:xfrm>
              <a:off x="27928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12" name="Google Shape;1412;p4"/>
            <p:cNvSpPr/>
            <p:nvPr/>
          </p:nvSpPr>
          <p:spPr>
            <a:xfrm>
              <a:off x="27928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13" name="Google Shape;1413;p4"/>
            <p:cNvSpPr/>
            <p:nvPr/>
          </p:nvSpPr>
          <p:spPr>
            <a:xfrm>
              <a:off x="27928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14" name="Google Shape;1414;p4"/>
            <p:cNvSpPr/>
            <p:nvPr/>
          </p:nvSpPr>
          <p:spPr>
            <a:xfrm>
              <a:off x="2943325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15" name="Google Shape;1415;p4"/>
            <p:cNvSpPr/>
            <p:nvPr/>
          </p:nvSpPr>
          <p:spPr>
            <a:xfrm>
              <a:off x="2943325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16" name="Google Shape;1416;p4"/>
            <p:cNvSpPr/>
            <p:nvPr/>
          </p:nvSpPr>
          <p:spPr>
            <a:xfrm>
              <a:off x="2943325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17" name="Google Shape;1417;p4"/>
            <p:cNvSpPr/>
            <p:nvPr/>
          </p:nvSpPr>
          <p:spPr>
            <a:xfrm>
              <a:off x="2943325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18" name="Google Shape;1418;p4"/>
            <p:cNvSpPr/>
            <p:nvPr/>
          </p:nvSpPr>
          <p:spPr>
            <a:xfrm>
              <a:off x="2943325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19" name="Google Shape;1419;p4"/>
            <p:cNvSpPr/>
            <p:nvPr/>
          </p:nvSpPr>
          <p:spPr>
            <a:xfrm>
              <a:off x="2943325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20" name="Google Shape;1420;p4"/>
            <p:cNvSpPr/>
            <p:nvPr/>
          </p:nvSpPr>
          <p:spPr>
            <a:xfrm>
              <a:off x="2943325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21" name="Google Shape;1421;p4"/>
            <p:cNvSpPr/>
            <p:nvPr/>
          </p:nvSpPr>
          <p:spPr>
            <a:xfrm>
              <a:off x="2943325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22" name="Google Shape;1422;p4"/>
            <p:cNvSpPr/>
            <p:nvPr/>
          </p:nvSpPr>
          <p:spPr>
            <a:xfrm>
              <a:off x="2943325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23" name="Google Shape;1423;p4"/>
            <p:cNvSpPr/>
            <p:nvPr/>
          </p:nvSpPr>
          <p:spPr>
            <a:xfrm>
              <a:off x="2943325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24" name="Google Shape;1424;p4"/>
            <p:cNvSpPr/>
            <p:nvPr/>
          </p:nvSpPr>
          <p:spPr>
            <a:xfrm>
              <a:off x="2943325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25" name="Google Shape;1425;p4"/>
            <p:cNvSpPr/>
            <p:nvPr/>
          </p:nvSpPr>
          <p:spPr>
            <a:xfrm>
              <a:off x="2943325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26" name="Google Shape;1426;p4"/>
            <p:cNvSpPr/>
            <p:nvPr/>
          </p:nvSpPr>
          <p:spPr>
            <a:xfrm>
              <a:off x="2943325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27" name="Google Shape;1427;p4"/>
            <p:cNvSpPr/>
            <p:nvPr/>
          </p:nvSpPr>
          <p:spPr>
            <a:xfrm>
              <a:off x="2943325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28" name="Google Shape;1428;p4"/>
            <p:cNvSpPr/>
            <p:nvPr/>
          </p:nvSpPr>
          <p:spPr>
            <a:xfrm>
              <a:off x="2943325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29" name="Google Shape;1429;p4"/>
            <p:cNvSpPr/>
            <p:nvPr/>
          </p:nvSpPr>
          <p:spPr>
            <a:xfrm>
              <a:off x="2943325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30" name="Google Shape;1430;p4"/>
            <p:cNvSpPr/>
            <p:nvPr/>
          </p:nvSpPr>
          <p:spPr>
            <a:xfrm>
              <a:off x="2943325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31" name="Google Shape;1431;p4"/>
            <p:cNvSpPr/>
            <p:nvPr/>
          </p:nvSpPr>
          <p:spPr>
            <a:xfrm>
              <a:off x="2943325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32" name="Google Shape;1432;p4"/>
            <p:cNvSpPr/>
            <p:nvPr/>
          </p:nvSpPr>
          <p:spPr>
            <a:xfrm>
              <a:off x="30938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33" name="Google Shape;1433;p4"/>
            <p:cNvSpPr/>
            <p:nvPr/>
          </p:nvSpPr>
          <p:spPr>
            <a:xfrm>
              <a:off x="30938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34" name="Google Shape;1434;p4"/>
            <p:cNvSpPr/>
            <p:nvPr/>
          </p:nvSpPr>
          <p:spPr>
            <a:xfrm>
              <a:off x="30938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35" name="Google Shape;1435;p4"/>
            <p:cNvSpPr/>
            <p:nvPr/>
          </p:nvSpPr>
          <p:spPr>
            <a:xfrm>
              <a:off x="30938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36" name="Google Shape;1436;p4"/>
            <p:cNvSpPr/>
            <p:nvPr/>
          </p:nvSpPr>
          <p:spPr>
            <a:xfrm>
              <a:off x="30938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37" name="Google Shape;1437;p4"/>
            <p:cNvSpPr/>
            <p:nvPr/>
          </p:nvSpPr>
          <p:spPr>
            <a:xfrm>
              <a:off x="30938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38" name="Google Shape;1438;p4"/>
            <p:cNvSpPr/>
            <p:nvPr/>
          </p:nvSpPr>
          <p:spPr>
            <a:xfrm>
              <a:off x="30938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39" name="Google Shape;1439;p4"/>
            <p:cNvSpPr/>
            <p:nvPr/>
          </p:nvSpPr>
          <p:spPr>
            <a:xfrm>
              <a:off x="30938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40" name="Google Shape;1440;p4"/>
            <p:cNvSpPr/>
            <p:nvPr/>
          </p:nvSpPr>
          <p:spPr>
            <a:xfrm>
              <a:off x="30938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41" name="Google Shape;1441;p4"/>
            <p:cNvSpPr/>
            <p:nvPr/>
          </p:nvSpPr>
          <p:spPr>
            <a:xfrm>
              <a:off x="3244350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42" name="Google Shape;1442;p4"/>
            <p:cNvSpPr/>
            <p:nvPr/>
          </p:nvSpPr>
          <p:spPr>
            <a:xfrm>
              <a:off x="3244350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43" name="Google Shape;1443;p4"/>
            <p:cNvSpPr/>
            <p:nvPr/>
          </p:nvSpPr>
          <p:spPr>
            <a:xfrm>
              <a:off x="3244350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44" name="Google Shape;1444;p4"/>
            <p:cNvSpPr/>
            <p:nvPr/>
          </p:nvSpPr>
          <p:spPr>
            <a:xfrm>
              <a:off x="3244350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45" name="Google Shape;1445;p4"/>
            <p:cNvSpPr/>
            <p:nvPr/>
          </p:nvSpPr>
          <p:spPr>
            <a:xfrm>
              <a:off x="3244350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46" name="Google Shape;1446;p4"/>
            <p:cNvSpPr/>
            <p:nvPr/>
          </p:nvSpPr>
          <p:spPr>
            <a:xfrm>
              <a:off x="3244350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47" name="Google Shape;1447;p4"/>
            <p:cNvSpPr/>
            <p:nvPr/>
          </p:nvSpPr>
          <p:spPr>
            <a:xfrm>
              <a:off x="3244350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48" name="Google Shape;1448;p4"/>
            <p:cNvSpPr/>
            <p:nvPr/>
          </p:nvSpPr>
          <p:spPr>
            <a:xfrm>
              <a:off x="3244350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49" name="Google Shape;1449;p4"/>
            <p:cNvSpPr/>
            <p:nvPr/>
          </p:nvSpPr>
          <p:spPr>
            <a:xfrm>
              <a:off x="339487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50" name="Google Shape;1450;p4"/>
            <p:cNvSpPr/>
            <p:nvPr/>
          </p:nvSpPr>
          <p:spPr>
            <a:xfrm>
              <a:off x="339487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51" name="Google Shape;1451;p4"/>
            <p:cNvSpPr/>
            <p:nvPr/>
          </p:nvSpPr>
          <p:spPr>
            <a:xfrm>
              <a:off x="339487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52" name="Google Shape;1452;p4"/>
            <p:cNvSpPr/>
            <p:nvPr/>
          </p:nvSpPr>
          <p:spPr>
            <a:xfrm>
              <a:off x="339487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53" name="Google Shape;1453;p4"/>
            <p:cNvSpPr/>
            <p:nvPr/>
          </p:nvSpPr>
          <p:spPr>
            <a:xfrm>
              <a:off x="339487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54" name="Google Shape;1454;p4"/>
            <p:cNvSpPr/>
            <p:nvPr/>
          </p:nvSpPr>
          <p:spPr>
            <a:xfrm>
              <a:off x="339487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55" name="Google Shape;1455;p4"/>
            <p:cNvSpPr/>
            <p:nvPr/>
          </p:nvSpPr>
          <p:spPr>
            <a:xfrm>
              <a:off x="354537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56" name="Google Shape;1456;p4"/>
            <p:cNvSpPr/>
            <p:nvPr/>
          </p:nvSpPr>
          <p:spPr>
            <a:xfrm>
              <a:off x="354537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57" name="Google Shape;1457;p4"/>
            <p:cNvSpPr/>
            <p:nvPr/>
          </p:nvSpPr>
          <p:spPr>
            <a:xfrm>
              <a:off x="354537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  <p:grpSp>
        <p:nvGrpSpPr>
          <p:cNvPr id="1458" name="Google Shape;1458;p4"/>
          <p:cNvGrpSpPr/>
          <p:nvPr/>
        </p:nvGrpSpPr>
        <p:grpSpPr>
          <a:xfrm rot="10800000">
            <a:off x="6367295" y="38264"/>
            <a:ext cx="2309820" cy="6781736"/>
            <a:chOff x="1287725" y="238125"/>
            <a:chExt cx="2379050" cy="5238750"/>
          </a:xfrm>
        </p:grpSpPr>
        <p:sp>
          <p:nvSpPr>
            <p:cNvPr id="1459" name="Google Shape;1459;p4"/>
            <p:cNvSpPr/>
            <p:nvPr/>
          </p:nvSpPr>
          <p:spPr>
            <a:xfrm>
              <a:off x="128772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60" name="Google Shape;1460;p4"/>
            <p:cNvSpPr/>
            <p:nvPr/>
          </p:nvSpPr>
          <p:spPr>
            <a:xfrm>
              <a:off x="12877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61" name="Google Shape;1461;p4"/>
            <p:cNvSpPr/>
            <p:nvPr/>
          </p:nvSpPr>
          <p:spPr>
            <a:xfrm>
              <a:off x="128772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62" name="Google Shape;1462;p4"/>
            <p:cNvSpPr/>
            <p:nvPr/>
          </p:nvSpPr>
          <p:spPr>
            <a:xfrm>
              <a:off x="12877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63" name="Google Shape;1463;p4"/>
            <p:cNvSpPr/>
            <p:nvPr/>
          </p:nvSpPr>
          <p:spPr>
            <a:xfrm>
              <a:off x="128772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64" name="Google Shape;1464;p4"/>
            <p:cNvSpPr/>
            <p:nvPr/>
          </p:nvSpPr>
          <p:spPr>
            <a:xfrm>
              <a:off x="12877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65" name="Google Shape;1465;p4"/>
            <p:cNvSpPr/>
            <p:nvPr/>
          </p:nvSpPr>
          <p:spPr>
            <a:xfrm>
              <a:off x="12877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66" name="Google Shape;1466;p4"/>
            <p:cNvSpPr/>
            <p:nvPr/>
          </p:nvSpPr>
          <p:spPr>
            <a:xfrm>
              <a:off x="12877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67" name="Google Shape;1467;p4"/>
            <p:cNvSpPr/>
            <p:nvPr/>
          </p:nvSpPr>
          <p:spPr>
            <a:xfrm>
              <a:off x="12877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68" name="Google Shape;1468;p4"/>
            <p:cNvSpPr/>
            <p:nvPr/>
          </p:nvSpPr>
          <p:spPr>
            <a:xfrm>
              <a:off x="12877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69" name="Google Shape;1469;p4"/>
            <p:cNvSpPr/>
            <p:nvPr/>
          </p:nvSpPr>
          <p:spPr>
            <a:xfrm>
              <a:off x="12877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70" name="Google Shape;1470;p4"/>
            <p:cNvSpPr/>
            <p:nvPr/>
          </p:nvSpPr>
          <p:spPr>
            <a:xfrm>
              <a:off x="12877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71" name="Google Shape;1471;p4"/>
            <p:cNvSpPr/>
            <p:nvPr/>
          </p:nvSpPr>
          <p:spPr>
            <a:xfrm>
              <a:off x="128772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72" name="Google Shape;1472;p4"/>
            <p:cNvSpPr/>
            <p:nvPr/>
          </p:nvSpPr>
          <p:spPr>
            <a:xfrm>
              <a:off x="12877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73" name="Google Shape;1473;p4"/>
            <p:cNvSpPr/>
            <p:nvPr/>
          </p:nvSpPr>
          <p:spPr>
            <a:xfrm>
              <a:off x="12877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74" name="Google Shape;1474;p4"/>
            <p:cNvSpPr/>
            <p:nvPr/>
          </p:nvSpPr>
          <p:spPr>
            <a:xfrm>
              <a:off x="143822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75" name="Google Shape;1475;p4"/>
            <p:cNvSpPr/>
            <p:nvPr/>
          </p:nvSpPr>
          <p:spPr>
            <a:xfrm>
              <a:off x="14382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76" name="Google Shape;1476;p4"/>
            <p:cNvSpPr/>
            <p:nvPr/>
          </p:nvSpPr>
          <p:spPr>
            <a:xfrm>
              <a:off x="14382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77" name="Google Shape;1477;p4"/>
            <p:cNvSpPr/>
            <p:nvPr/>
          </p:nvSpPr>
          <p:spPr>
            <a:xfrm>
              <a:off x="14382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78" name="Google Shape;1478;p4"/>
            <p:cNvSpPr/>
            <p:nvPr/>
          </p:nvSpPr>
          <p:spPr>
            <a:xfrm>
              <a:off x="158875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79" name="Google Shape;1479;p4"/>
            <p:cNvSpPr/>
            <p:nvPr/>
          </p:nvSpPr>
          <p:spPr>
            <a:xfrm>
              <a:off x="158875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80" name="Google Shape;1480;p4"/>
            <p:cNvSpPr/>
            <p:nvPr/>
          </p:nvSpPr>
          <p:spPr>
            <a:xfrm>
              <a:off x="15887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81" name="Google Shape;1481;p4"/>
            <p:cNvSpPr/>
            <p:nvPr/>
          </p:nvSpPr>
          <p:spPr>
            <a:xfrm>
              <a:off x="15887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82" name="Google Shape;1482;p4"/>
            <p:cNvSpPr/>
            <p:nvPr/>
          </p:nvSpPr>
          <p:spPr>
            <a:xfrm>
              <a:off x="158875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83" name="Google Shape;1483;p4"/>
            <p:cNvSpPr/>
            <p:nvPr/>
          </p:nvSpPr>
          <p:spPr>
            <a:xfrm>
              <a:off x="158875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84" name="Google Shape;1484;p4"/>
            <p:cNvSpPr/>
            <p:nvPr/>
          </p:nvSpPr>
          <p:spPr>
            <a:xfrm>
              <a:off x="15887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85" name="Google Shape;1485;p4"/>
            <p:cNvSpPr/>
            <p:nvPr/>
          </p:nvSpPr>
          <p:spPr>
            <a:xfrm>
              <a:off x="15887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86" name="Google Shape;1486;p4"/>
            <p:cNvSpPr/>
            <p:nvPr/>
          </p:nvSpPr>
          <p:spPr>
            <a:xfrm>
              <a:off x="158875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87" name="Google Shape;1487;p4"/>
            <p:cNvSpPr/>
            <p:nvPr/>
          </p:nvSpPr>
          <p:spPr>
            <a:xfrm>
              <a:off x="15887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88" name="Google Shape;1488;p4"/>
            <p:cNvSpPr/>
            <p:nvPr/>
          </p:nvSpPr>
          <p:spPr>
            <a:xfrm>
              <a:off x="173925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89" name="Google Shape;1489;p4"/>
            <p:cNvSpPr/>
            <p:nvPr/>
          </p:nvSpPr>
          <p:spPr>
            <a:xfrm>
              <a:off x="17392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90" name="Google Shape;1490;p4"/>
            <p:cNvSpPr/>
            <p:nvPr/>
          </p:nvSpPr>
          <p:spPr>
            <a:xfrm>
              <a:off x="173925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91" name="Google Shape;1491;p4"/>
            <p:cNvSpPr/>
            <p:nvPr/>
          </p:nvSpPr>
          <p:spPr>
            <a:xfrm>
              <a:off x="173925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92" name="Google Shape;1492;p4"/>
            <p:cNvSpPr/>
            <p:nvPr/>
          </p:nvSpPr>
          <p:spPr>
            <a:xfrm>
              <a:off x="17392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93" name="Google Shape;1493;p4"/>
            <p:cNvSpPr/>
            <p:nvPr/>
          </p:nvSpPr>
          <p:spPr>
            <a:xfrm>
              <a:off x="173925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94" name="Google Shape;1494;p4"/>
            <p:cNvSpPr/>
            <p:nvPr/>
          </p:nvSpPr>
          <p:spPr>
            <a:xfrm>
              <a:off x="173925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95" name="Google Shape;1495;p4"/>
            <p:cNvSpPr/>
            <p:nvPr/>
          </p:nvSpPr>
          <p:spPr>
            <a:xfrm>
              <a:off x="17392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96" name="Google Shape;1496;p4"/>
            <p:cNvSpPr/>
            <p:nvPr/>
          </p:nvSpPr>
          <p:spPr>
            <a:xfrm>
              <a:off x="173925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97" name="Google Shape;1497;p4"/>
            <p:cNvSpPr/>
            <p:nvPr/>
          </p:nvSpPr>
          <p:spPr>
            <a:xfrm>
              <a:off x="17392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98" name="Google Shape;1498;p4"/>
            <p:cNvSpPr/>
            <p:nvPr/>
          </p:nvSpPr>
          <p:spPr>
            <a:xfrm>
              <a:off x="173925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99" name="Google Shape;1499;p4"/>
            <p:cNvSpPr/>
            <p:nvPr/>
          </p:nvSpPr>
          <p:spPr>
            <a:xfrm>
              <a:off x="173925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00" name="Google Shape;1500;p4"/>
            <p:cNvSpPr/>
            <p:nvPr/>
          </p:nvSpPr>
          <p:spPr>
            <a:xfrm>
              <a:off x="173925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01" name="Google Shape;1501;p4"/>
            <p:cNvSpPr/>
            <p:nvPr/>
          </p:nvSpPr>
          <p:spPr>
            <a:xfrm>
              <a:off x="17392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02" name="Google Shape;1502;p4"/>
            <p:cNvSpPr/>
            <p:nvPr/>
          </p:nvSpPr>
          <p:spPr>
            <a:xfrm>
              <a:off x="173925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03" name="Google Shape;1503;p4"/>
            <p:cNvSpPr/>
            <p:nvPr/>
          </p:nvSpPr>
          <p:spPr>
            <a:xfrm>
              <a:off x="173925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04" name="Google Shape;1504;p4"/>
            <p:cNvSpPr/>
            <p:nvPr/>
          </p:nvSpPr>
          <p:spPr>
            <a:xfrm>
              <a:off x="17392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05" name="Google Shape;1505;p4"/>
            <p:cNvSpPr/>
            <p:nvPr/>
          </p:nvSpPr>
          <p:spPr>
            <a:xfrm>
              <a:off x="1889750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06" name="Google Shape;1506;p4"/>
            <p:cNvSpPr/>
            <p:nvPr/>
          </p:nvSpPr>
          <p:spPr>
            <a:xfrm>
              <a:off x="1889750" y="6896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07" name="Google Shape;1507;p4"/>
            <p:cNvSpPr/>
            <p:nvPr/>
          </p:nvSpPr>
          <p:spPr>
            <a:xfrm>
              <a:off x="1889750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08" name="Google Shape;1508;p4"/>
            <p:cNvSpPr/>
            <p:nvPr/>
          </p:nvSpPr>
          <p:spPr>
            <a:xfrm>
              <a:off x="1889750" y="11411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09" name="Google Shape;1509;p4"/>
            <p:cNvSpPr/>
            <p:nvPr/>
          </p:nvSpPr>
          <p:spPr>
            <a:xfrm>
              <a:off x="1889750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10" name="Google Shape;1510;p4"/>
            <p:cNvSpPr/>
            <p:nvPr/>
          </p:nvSpPr>
          <p:spPr>
            <a:xfrm>
              <a:off x="1889750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11" name="Google Shape;1511;p4"/>
            <p:cNvSpPr/>
            <p:nvPr/>
          </p:nvSpPr>
          <p:spPr>
            <a:xfrm>
              <a:off x="1889750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12" name="Google Shape;1512;p4"/>
            <p:cNvSpPr/>
            <p:nvPr/>
          </p:nvSpPr>
          <p:spPr>
            <a:xfrm>
              <a:off x="1889750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13" name="Google Shape;1513;p4"/>
            <p:cNvSpPr/>
            <p:nvPr/>
          </p:nvSpPr>
          <p:spPr>
            <a:xfrm>
              <a:off x="1889750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14" name="Google Shape;1514;p4"/>
            <p:cNvSpPr/>
            <p:nvPr/>
          </p:nvSpPr>
          <p:spPr>
            <a:xfrm>
              <a:off x="1889750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15" name="Google Shape;1515;p4"/>
            <p:cNvSpPr/>
            <p:nvPr/>
          </p:nvSpPr>
          <p:spPr>
            <a:xfrm>
              <a:off x="1889750" y="53554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16" name="Google Shape;1516;p4"/>
            <p:cNvSpPr/>
            <p:nvPr/>
          </p:nvSpPr>
          <p:spPr>
            <a:xfrm>
              <a:off x="204027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17" name="Google Shape;1517;p4"/>
            <p:cNvSpPr/>
            <p:nvPr/>
          </p:nvSpPr>
          <p:spPr>
            <a:xfrm>
              <a:off x="204027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18" name="Google Shape;1518;p4"/>
            <p:cNvSpPr/>
            <p:nvPr/>
          </p:nvSpPr>
          <p:spPr>
            <a:xfrm>
              <a:off x="204027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19" name="Google Shape;1519;p4"/>
            <p:cNvSpPr/>
            <p:nvPr/>
          </p:nvSpPr>
          <p:spPr>
            <a:xfrm>
              <a:off x="204027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20" name="Google Shape;1520;p4"/>
            <p:cNvSpPr/>
            <p:nvPr/>
          </p:nvSpPr>
          <p:spPr>
            <a:xfrm>
              <a:off x="204027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21" name="Google Shape;1521;p4"/>
            <p:cNvSpPr/>
            <p:nvPr/>
          </p:nvSpPr>
          <p:spPr>
            <a:xfrm>
              <a:off x="204027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22" name="Google Shape;1522;p4"/>
            <p:cNvSpPr/>
            <p:nvPr/>
          </p:nvSpPr>
          <p:spPr>
            <a:xfrm>
              <a:off x="204027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23" name="Google Shape;1523;p4"/>
            <p:cNvSpPr/>
            <p:nvPr/>
          </p:nvSpPr>
          <p:spPr>
            <a:xfrm>
              <a:off x="204027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24" name="Google Shape;1524;p4"/>
            <p:cNvSpPr/>
            <p:nvPr/>
          </p:nvSpPr>
          <p:spPr>
            <a:xfrm>
              <a:off x="204027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25" name="Google Shape;1525;p4"/>
            <p:cNvSpPr/>
            <p:nvPr/>
          </p:nvSpPr>
          <p:spPr>
            <a:xfrm>
              <a:off x="204027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26" name="Google Shape;1526;p4"/>
            <p:cNvSpPr/>
            <p:nvPr/>
          </p:nvSpPr>
          <p:spPr>
            <a:xfrm>
              <a:off x="204027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27" name="Google Shape;1527;p4"/>
            <p:cNvSpPr/>
            <p:nvPr/>
          </p:nvSpPr>
          <p:spPr>
            <a:xfrm>
              <a:off x="204027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28" name="Google Shape;1528;p4"/>
            <p:cNvSpPr/>
            <p:nvPr/>
          </p:nvSpPr>
          <p:spPr>
            <a:xfrm>
              <a:off x="204027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29" name="Google Shape;1529;p4"/>
            <p:cNvSpPr/>
            <p:nvPr/>
          </p:nvSpPr>
          <p:spPr>
            <a:xfrm>
              <a:off x="2190775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30" name="Google Shape;1530;p4"/>
            <p:cNvSpPr/>
            <p:nvPr/>
          </p:nvSpPr>
          <p:spPr>
            <a:xfrm>
              <a:off x="2190775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31" name="Google Shape;1531;p4"/>
            <p:cNvSpPr/>
            <p:nvPr/>
          </p:nvSpPr>
          <p:spPr>
            <a:xfrm>
              <a:off x="2190775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32" name="Google Shape;1532;p4"/>
            <p:cNvSpPr/>
            <p:nvPr/>
          </p:nvSpPr>
          <p:spPr>
            <a:xfrm>
              <a:off x="2190775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33" name="Google Shape;1533;p4"/>
            <p:cNvSpPr/>
            <p:nvPr/>
          </p:nvSpPr>
          <p:spPr>
            <a:xfrm>
              <a:off x="2190775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34" name="Google Shape;1534;p4"/>
            <p:cNvSpPr/>
            <p:nvPr/>
          </p:nvSpPr>
          <p:spPr>
            <a:xfrm>
              <a:off x="2190775" y="29473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35" name="Google Shape;1535;p4"/>
            <p:cNvSpPr/>
            <p:nvPr/>
          </p:nvSpPr>
          <p:spPr>
            <a:xfrm>
              <a:off x="2190775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36" name="Google Shape;1536;p4"/>
            <p:cNvSpPr/>
            <p:nvPr/>
          </p:nvSpPr>
          <p:spPr>
            <a:xfrm>
              <a:off x="2190775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37" name="Google Shape;1537;p4"/>
            <p:cNvSpPr/>
            <p:nvPr/>
          </p:nvSpPr>
          <p:spPr>
            <a:xfrm>
              <a:off x="2190775" y="49039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38" name="Google Shape;1538;p4"/>
            <p:cNvSpPr/>
            <p:nvPr/>
          </p:nvSpPr>
          <p:spPr>
            <a:xfrm>
              <a:off x="234130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39" name="Google Shape;1539;p4"/>
            <p:cNvSpPr/>
            <p:nvPr/>
          </p:nvSpPr>
          <p:spPr>
            <a:xfrm>
              <a:off x="23413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40" name="Google Shape;1540;p4"/>
            <p:cNvSpPr/>
            <p:nvPr/>
          </p:nvSpPr>
          <p:spPr>
            <a:xfrm>
              <a:off x="234130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41" name="Google Shape;1541;p4"/>
            <p:cNvSpPr/>
            <p:nvPr/>
          </p:nvSpPr>
          <p:spPr>
            <a:xfrm>
              <a:off x="234130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42" name="Google Shape;1542;p4"/>
            <p:cNvSpPr/>
            <p:nvPr/>
          </p:nvSpPr>
          <p:spPr>
            <a:xfrm>
              <a:off x="234130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43" name="Google Shape;1543;p4"/>
            <p:cNvSpPr/>
            <p:nvPr/>
          </p:nvSpPr>
          <p:spPr>
            <a:xfrm>
              <a:off x="23413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44" name="Google Shape;1544;p4"/>
            <p:cNvSpPr/>
            <p:nvPr/>
          </p:nvSpPr>
          <p:spPr>
            <a:xfrm>
              <a:off x="23413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45" name="Google Shape;1545;p4"/>
            <p:cNvSpPr/>
            <p:nvPr/>
          </p:nvSpPr>
          <p:spPr>
            <a:xfrm>
              <a:off x="234130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46" name="Google Shape;1546;p4"/>
            <p:cNvSpPr/>
            <p:nvPr/>
          </p:nvSpPr>
          <p:spPr>
            <a:xfrm>
              <a:off x="249180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47" name="Google Shape;1547;p4"/>
            <p:cNvSpPr/>
            <p:nvPr/>
          </p:nvSpPr>
          <p:spPr>
            <a:xfrm>
              <a:off x="24918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48" name="Google Shape;1548;p4"/>
            <p:cNvSpPr/>
            <p:nvPr/>
          </p:nvSpPr>
          <p:spPr>
            <a:xfrm>
              <a:off x="249180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49" name="Google Shape;1549;p4"/>
            <p:cNvSpPr/>
            <p:nvPr/>
          </p:nvSpPr>
          <p:spPr>
            <a:xfrm>
              <a:off x="24918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50" name="Google Shape;1550;p4"/>
            <p:cNvSpPr/>
            <p:nvPr/>
          </p:nvSpPr>
          <p:spPr>
            <a:xfrm>
              <a:off x="24918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51" name="Google Shape;1551;p4"/>
            <p:cNvSpPr/>
            <p:nvPr/>
          </p:nvSpPr>
          <p:spPr>
            <a:xfrm>
              <a:off x="26423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52" name="Google Shape;1552;p4"/>
            <p:cNvSpPr/>
            <p:nvPr/>
          </p:nvSpPr>
          <p:spPr>
            <a:xfrm>
              <a:off x="26423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53" name="Google Shape;1553;p4"/>
            <p:cNvSpPr/>
            <p:nvPr/>
          </p:nvSpPr>
          <p:spPr>
            <a:xfrm>
              <a:off x="26423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54" name="Google Shape;1554;p4"/>
            <p:cNvSpPr/>
            <p:nvPr/>
          </p:nvSpPr>
          <p:spPr>
            <a:xfrm>
              <a:off x="26423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55" name="Google Shape;1555;p4"/>
            <p:cNvSpPr/>
            <p:nvPr/>
          </p:nvSpPr>
          <p:spPr>
            <a:xfrm>
              <a:off x="26423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56" name="Google Shape;1556;p4"/>
            <p:cNvSpPr/>
            <p:nvPr/>
          </p:nvSpPr>
          <p:spPr>
            <a:xfrm>
              <a:off x="27928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57" name="Google Shape;1557;p4"/>
            <p:cNvSpPr/>
            <p:nvPr/>
          </p:nvSpPr>
          <p:spPr>
            <a:xfrm>
              <a:off x="2943325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58" name="Google Shape;1558;p4"/>
            <p:cNvSpPr/>
            <p:nvPr/>
          </p:nvSpPr>
          <p:spPr>
            <a:xfrm>
              <a:off x="2943325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59" name="Google Shape;1559;p4"/>
            <p:cNvSpPr/>
            <p:nvPr/>
          </p:nvSpPr>
          <p:spPr>
            <a:xfrm>
              <a:off x="30938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60" name="Google Shape;1560;p4"/>
            <p:cNvSpPr/>
            <p:nvPr/>
          </p:nvSpPr>
          <p:spPr>
            <a:xfrm>
              <a:off x="339487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61" name="Google Shape;1561;p4"/>
            <p:cNvSpPr/>
            <p:nvPr/>
          </p:nvSpPr>
          <p:spPr>
            <a:xfrm>
              <a:off x="354537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  <p:sp>
        <p:nvSpPr>
          <p:cNvPr id="1562" name="Google Shape;1562;p4"/>
          <p:cNvSpPr txBox="1">
            <a:spLocks noGrp="1"/>
          </p:cNvSpPr>
          <p:nvPr>
            <p:ph type="sldNum" idx="12"/>
          </p:nvPr>
        </p:nvSpPr>
        <p:spPr>
          <a:xfrm>
            <a:off x="91531" y="6293601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rgbClr val="FFFFFF"/>
                </a:solidFill>
              </a:defRPr>
            </a:lvl1pPr>
            <a:lvl2pPr lvl="1">
              <a:buNone/>
              <a:defRPr>
                <a:solidFill>
                  <a:srgbClr val="FFFFFF"/>
                </a:solidFill>
              </a:defRPr>
            </a:lvl2pPr>
            <a:lvl3pPr lvl="2">
              <a:buNone/>
              <a:defRPr>
                <a:solidFill>
                  <a:srgbClr val="FFFFFF"/>
                </a:solidFill>
              </a:defRPr>
            </a:lvl3pPr>
            <a:lvl4pPr lvl="3">
              <a:buNone/>
              <a:defRPr>
                <a:solidFill>
                  <a:srgbClr val="FFFFFF"/>
                </a:solidFill>
              </a:defRPr>
            </a:lvl4pPr>
            <a:lvl5pPr lvl="4">
              <a:buNone/>
              <a:defRPr>
                <a:solidFill>
                  <a:srgbClr val="FFFFFF"/>
                </a:solidFill>
              </a:defRPr>
            </a:lvl5pPr>
            <a:lvl6pPr lvl="5">
              <a:buNone/>
              <a:defRPr>
                <a:solidFill>
                  <a:srgbClr val="FFFFFF"/>
                </a:solidFill>
              </a:defRPr>
            </a:lvl6pPr>
            <a:lvl7pPr lvl="6">
              <a:buNone/>
              <a:defRPr>
                <a:solidFill>
                  <a:srgbClr val="FFFFFF"/>
                </a:solidFill>
              </a:defRPr>
            </a:lvl7pPr>
            <a:lvl8pPr lvl="7">
              <a:buNone/>
              <a:defRPr>
                <a:solidFill>
                  <a:srgbClr val="FFFFFF"/>
                </a:solidFill>
              </a:defRPr>
            </a:lvl8pPr>
            <a:lvl9pPr lvl="8">
              <a:buNone/>
              <a:defRPr>
                <a:solidFill>
                  <a:srgbClr val="FFFFFF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3" name="Graphic 2" descr="Dump truck outline">
            <a:extLst>
              <a:ext uri="{FF2B5EF4-FFF2-40B4-BE49-F238E27FC236}">
                <a16:creationId xmlns:a16="http://schemas.microsoft.com/office/drawing/2014/main" id="{D3764959-2E51-CED0-08F0-62E97253927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>
            <a:off x="692094" y="3654603"/>
            <a:ext cx="992300" cy="914400"/>
          </a:xfrm>
          <a:prstGeom prst="rect">
            <a:avLst/>
          </a:prstGeom>
        </p:spPr>
      </p:pic>
      <p:pic>
        <p:nvPicPr>
          <p:cNvPr id="7" name="Graphic 6" descr="Construction Barricade outline">
            <a:extLst>
              <a:ext uri="{FF2B5EF4-FFF2-40B4-BE49-F238E27FC236}">
                <a16:creationId xmlns:a16="http://schemas.microsoft.com/office/drawing/2014/main" id="{29E8A00F-DA13-120F-5835-69C85B7FF15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16709" y="4493400"/>
            <a:ext cx="914400" cy="914400"/>
          </a:xfrm>
          <a:prstGeom prst="rect">
            <a:avLst/>
          </a:prstGeom>
        </p:spPr>
      </p:pic>
      <p:pic>
        <p:nvPicPr>
          <p:cNvPr id="9" name="Graphic 8" descr="Hammer outline">
            <a:extLst>
              <a:ext uri="{FF2B5EF4-FFF2-40B4-BE49-F238E27FC236}">
                <a16:creationId xmlns:a16="http://schemas.microsoft.com/office/drawing/2014/main" id="{10A14B36-2FC4-6D51-DC5F-BE58131CA02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5881" y="1857139"/>
            <a:ext cx="914400" cy="914400"/>
          </a:xfrm>
          <a:prstGeom prst="rect">
            <a:avLst/>
          </a:prstGeom>
        </p:spPr>
      </p:pic>
      <p:pic>
        <p:nvPicPr>
          <p:cNvPr id="15" name="Graphic 14" descr="Saw outline">
            <a:extLst>
              <a:ext uri="{FF2B5EF4-FFF2-40B4-BE49-F238E27FC236}">
                <a16:creationId xmlns:a16="http://schemas.microsoft.com/office/drawing/2014/main" id="{207DE6E7-44FF-8262-F161-99EA4B28F95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5102374" y="3819936"/>
            <a:ext cx="914400" cy="914400"/>
          </a:xfrm>
          <a:prstGeom prst="rect">
            <a:avLst/>
          </a:prstGeom>
        </p:spPr>
      </p:pic>
      <p:pic>
        <p:nvPicPr>
          <p:cNvPr id="19" name="Graphic 18" descr="Labor outline">
            <a:extLst>
              <a:ext uri="{FF2B5EF4-FFF2-40B4-BE49-F238E27FC236}">
                <a16:creationId xmlns:a16="http://schemas.microsoft.com/office/drawing/2014/main" id="{420543A0-7D41-8BBF-1EBD-2179A458105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59574" y="173060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6859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8303" y="493950"/>
            <a:ext cx="6761100" cy="80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B87A1"/>
              </a:buClr>
              <a:buSzPts val="3600"/>
              <a:buFont typeface="Dosis Light"/>
              <a:buNone/>
              <a:defRPr sz="3600">
                <a:solidFill>
                  <a:srgbClr val="0B87A1"/>
                </a:solidFill>
                <a:latin typeface="Dosis Light"/>
                <a:ea typeface="Dosis Light"/>
                <a:cs typeface="Dosis Light"/>
                <a:sym typeface="Dosi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B87A1"/>
              </a:buClr>
              <a:buSzPts val="3600"/>
              <a:buFont typeface="Dosis Light"/>
              <a:buNone/>
              <a:defRPr sz="3600">
                <a:solidFill>
                  <a:srgbClr val="0B87A1"/>
                </a:solidFill>
                <a:latin typeface="Dosis Light"/>
                <a:ea typeface="Dosis Light"/>
                <a:cs typeface="Dosis Light"/>
                <a:sym typeface="Dosi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B87A1"/>
              </a:buClr>
              <a:buSzPts val="3600"/>
              <a:buFont typeface="Dosis Light"/>
              <a:buNone/>
              <a:defRPr sz="3600">
                <a:solidFill>
                  <a:srgbClr val="0B87A1"/>
                </a:solidFill>
                <a:latin typeface="Dosis Light"/>
                <a:ea typeface="Dosis Light"/>
                <a:cs typeface="Dosis Light"/>
                <a:sym typeface="Dosi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B87A1"/>
              </a:buClr>
              <a:buSzPts val="3600"/>
              <a:buFont typeface="Dosis Light"/>
              <a:buNone/>
              <a:defRPr sz="3600">
                <a:solidFill>
                  <a:srgbClr val="0B87A1"/>
                </a:solidFill>
                <a:latin typeface="Dosis Light"/>
                <a:ea typeface="Dosis Light"/>
                <a:cs typeface="Dosis Light"/>
                <a:sym typeface="Dosi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B87A1"/>
              </a:buClr>
              <a:buSzPts val="3600"/>
              <a:buFont typeface="Dosis Light"/>
              <a:buNone/>
              <a:defRPr sz="3600">
                <a:solidFill>
                  <a:srgbClr val="0B87A1"/>
                </a:solidFill>
                <a:latin typeface="Dosis Light"/>
                <a:ea typeface="Dosis Light"/>
                <a:cs typeface="Dosis Light"/>
                <a:sym typeface="Dosi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B87A1"/>
              </a:buClr>
              <a:buSzPts val="3600"/>
              <a:buFont typeface="Dosis Light"/>
              <a:buNone/>
              <a:defRPr sz="3600">
                <a:solidFill>
                  <a:srgbClr val="0B87A1"/>
                </a:solidFill>
                <a:latin typeface="Dosis Light"/>
                <a:ea typeface="Dosis Light"/>
                <a:cs typeface="Dosis Light"/>
                <a:sym typeface="Dosi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B87A1"/>
              </a:buClr>
              <a:buSzPts val="3600"/>
              <a:buFont typeface="Dosis Light"/>
              <a:buNone/>
              <a:defRPr sz="3600">
                <a:solidFill>
                  <a:srgbClr val="0B87A1"/>
                </a:solidFill>
                <a:latin typeface="Dosis Light"/>
                <a:ea typeface="Dosis Light"/>
                <a:cs typeface="Dosis Light"/>
                <a:sym typeface="Dosi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B87A1"/>
              </a:buClr>
              <a:buSzPts val="3600"/>
              <a:buFont typeface="Dosis Light"/>
              <a:buNone/>
              <a:defRPr sz="3600">
                <a:solidFill>
                  <a:srgbClr val="0B87A1"/>
                </a:solidFill>
                <a:latin typeface="Dosis Light"/>
                <a:ea typeface="Dosis Light"/>
                <a:cs typeface="Dosis Light"/>
                <a:sym typeface="Dosi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B87A1"/>
              </a:buClr>
              <a:buSzPts val="3600"/>
              <a:buFont typeface="Dosis Light"/>
              <a:buNone/>
              <a:defRPr sz="3600">
                <a:solidFill>
                  <a:srgbClr val="0B87A1"/>
                </a:solidFill>
                <a:latin typeface="Dosis Light"/>
                <a:ea typeface="Dosis Light"/>
                <a:cs typeface="Dosis Light"/>
                <a:sym typeface="Dosis Light"/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8303" y="1442000"/>
            <a:ext cx="6761100" cy="39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▪"/>
              <a:defRPr sz="2400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▫"/>
              <a:defRPr sz="2400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▫"/>
              <a:defRPr sz="2400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▫"/>
              <a:defRPr sz="2400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▫"/>
              <a:defRPr sz="2400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▫"/>
              <a:defRPr sz="2400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●"/>
              <a:defRPr sz="2400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○"/>
              <a:defRPr sz="2400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■"/>
              <a:defRPr sz="2400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1C0F8B3-2E6A-D4D4-FC10-5A5EA54AEA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5044" y="6376663"/>
            <a:ext cx="4434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i="0">
                <a:solidFill>
                  <a:schemeClr val="accent4">
                    <a:lumMod val="75000"/>
                  </a:schemeClr>
                </a:solidFill>
                <a:latin typeface="Titillium Web Light" panose="00000400000000000000" pitchFamily="2" charset="0"/>
              </a:defRPr>
            </a:lvl1pPr>
          </a:lstStyle>
          <a:p>
            <a:fld id="{FB9E9910-1E0C-4E4F-BB94-97A99C37B229}" type="slidenum">
              <a:rPr lang="en-IL" smtClean="0"/>
              <a:pPr/>
              <a:t>‹#›</a:t>
            </a:fld>
            <a:endParaRPr lang="en-IL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CD1CB3-EE65-1C07-2842-42A9EE90870D}"/>
              </a:ext>
            </a:extLst>
          </p:cNvPr>
          <p:cNvSpPr txBox="1"/>
          <p:nvPr userDrawn="1"/>
        </p:nvSpPr>
        <p:spPr>
          <a:xfrm>
            <a:off x="1856312" y="6447962"/>
            <a:ext cx="445985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Titillium Web ExtraLight" panose="020F0502020204030204" pitchFamily="2" charset="0"/>
              </a:rPr>
              <a:t>Copyright © 2026 Michael Stahl / Shmuel Gershon. All rights reserved. </a:t>
            </a:r>
            <a:endParaRPr lang="en-IL" sz="1050" dirty="0">
              <a:latin typeface="Titillium Web ExtraLight" panose="020F0502020204030204" pitchFamily="2" charset="0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51" r:id="rId2"/>
    <p:sldLayoutId id="2147483663" r:id="rId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forms/d/e/1FAIpQLSe3ri4NrADOYj6eZ5567kmwqNzEWDiJL45x3dwLE2ilLYOwGg/viewform?usp=publish-editor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lidescarnival.com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unsplash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4" name="Google Shape;3864;p17"/>
          <p:cNvSpPr txBox="1">
            <a:spLocks noGrp="1"/>
          </p:cNvSpPr>
          <p:nvPr>
            <p:ph type="body" idx="1"/>
          </p:nvPr>
        </p:nvSpPr>
        <p:spPr>
          <a:xfrm>
            <a:off x="1235242" y="634314"/>
            <a:ext cx="4324333" cy="465488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" sz="5400" b="1" i="0" dirty="0"/>
              <a:t>Class Activity</a:t>
            </a:r>
          </a:p>
          <a:p>
            <a:pPr marL="0" indent="0">
              <a:buNone/>
            </a:pPr>
            <a:endParaRPr lang="en" sz="5400" b="1" i="0" dirty="0"/>
          </a:p>
          <a:p>
            <a:pPr marL="0" indent="0" algn="ctr">
              <a:buNone/>
            </a:pPr>
            <a:r>
              <a:rPr lang="en-US" sz="4000" b="1" i="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G</a:t>
            </a:r>
            <a:r>
              <a:rPr lang="en" sz="4000" b="1" i="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et a room!</a:t>
            </a:r>
            <a:endParaRPr sz="5400" b="1" i="0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865" name="Google Shape;3865;p17"/>
          <p:cNvSpPr txBox="1">
            <a:spLocks noGrp="1"/>
          </p:cNvSpPr>
          <p:nvPr>
            <p:ph type="sldNum" idx="12"/>
          </p:nvPr>
        </p:nvSpPr>
        <p:spPr>
          <a:xfrm>
            <a:off x="91531" y="55774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fld id="{00000000-1234-1234-1234-123412341234}" type="slidenum">
              <a:rPr lang="en"/>
              <a:pPr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42B7F-3306-036B-A807-6F11DA664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1DFA8-540A-50DF-8DD7-BF3CD2DA4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activity (1)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634EB6-C399-8391-E4DB-D363AA6988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1034" y="1255689"/>
            <a:ext cx="6938861" cy="5161153"/>
          </a:xfrm>
        </p:spPr>
        <p:txBody>
          <a:bodyPr/>
          <a:lstStyle/>
          <a:p>
            <a:pPr lvl="0"/>
            <a:r>
              <a:rPr lang="en-US" sz="2000" dirty="0"/>
              <a:t>Download </a:t>
            </a:r>
            <a:r>
              <a:rPr lang="en-US" sz="2000" b="1" dirty="0"/>
              <a:t>09 Class activity.zip</a:t>
            </a:r>
            <a:r>
              <a:rPr lang="en-US" sz="2000" dirty="0"/>
              <a:t> from Moodle</a:t>
            </a:r>
          </a:p>
          <a:p>
            <a:pPr lvl="0"/>
            <a:r>
              <a:rPr lang="en-US" sz="2000" dirty="0"/>
              <a:t>Extract all files to one folder</a:t>
            </a:r>
          </a:p>
          <a:p>
            <a:r>
              <a:rPr lang="en-US" sz="2000" b="1" dirty="0"/>
              <a:t>get_a_room.exe</a:t>
            </a:r>
            <a:r>
              <a:rPr lang="en-US" sz="2000" dirty="0"/>
              <a:t> informs how many hotels can accommodate a specific reservation</a:t>
            </a:r>
          </a:p>
          <a:p>
            <a:pPr lvl="0"/>
            <a:r>
              <a:rPr lang="en-US" sz="2000" dirty="0"/>
              <a:t>The hotel database has 100 hotels</a:t>
            </a:r>
          </a:p>
          <a:p>
            <a:pPr lvl="0"/>
            <a:r>
              <a:rPr lang="en-US" sz="2000" dirty="0"/>
              <a:t>Each hotel has between 20 to 40 rooms</a:t>
            </a:r>
          </a:p>
          <a:p>
            <a:pPr lvl="0"/>
            <a:r>
              <a:rPr lang="en-US" sz="2000" dirty="0"/>
              <a:t>There are at least 5 rooms of each category (single, double, suite)</a:t>
            </a:r>
          </a:p>
          <a:p>
            <a:pPr lvl="0"/>
            <a:r>
              <a:rPr lang="en-US" sz="2000" dirty="0"/>
              <a:t>The database has data from </a:t>
            </a:r>
            <a:r>
              <a:rPr lang="en-US" sz="2000" b="1" dirty="0"/>
              <a:t>1/10/26</a:t>
            </a:r>
            <a:r>
              <a:rPr lang="en-US" sz="2000" dirty="0"/>
              <a:t> to </a:t>
            </a:r>
            <a:r>
              <a:rPr lang="en-US" sz="2000" b="1" dirty="0"/>
              <a:t>30/09/28</a:t>
            </a:r>
          </a:p>
          <a:p>
            <a:pPr lvl="0"/>
            <a:r>
              <a:rPr lang="en-US" sz="2000" dirty="0"/>
              <a:t>Example: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DB112D-B3E8-9444-4DAF-D6182857E3B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2</a:t>
            </a:fld>
            <a:endParaRPr lang="e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DDD9BB-CCFC-AE30-E827-2AAD40701D53}"/>
              </a:ext>
            </a:extLst>
          </p:cNvPr>
          <p:cNvSpPr/>
          <p:nvPr/>
        </p:nvSpPr>
        <p:spPr>
          <a:xfrm>
            <a:off x="1015200" y="5170401"/>
            <a:ext cx="7113600" cy="11232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indent="0">
              <a:buNone/>
            </a:pP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C:\&gt; get_a_room.exe 6/12/26 17/12/26 --single 2 --double 1</a:t>
            </a:r>
          </a:p>
          <a:p>
            <a:pPr marL="0" lvl="0" indent="0">
              <a:buNone/>
            </a:pPr>
            <a:endParaRPr lang="en-US" sz="16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lvl="0" indent="0">
              <a:buNone/>
            </a:pP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Number of hotels that meet your needs: 11</a:t>
            </a:r>
          </a:p>
        </p:txBody>
      </p:sp>
    </p:spTree>
    <p:extLst>
      <p:ext uri="{BB962C8B-B14F-4D97-AF65-F5344CB8AC3E}">
        <p14:creationId xmlns:p14="http://schemas.microsoft.com/office/powerpoint/2010/main" val="40869971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3D017-9342-13B0-E147-26F5306E3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DCA4C-113B-D264-F3A1-C264A6D3D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activity (2)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9781F9-7734-344C-3BB1-4670C5C60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1034" y="1255689"/>
            <a:ext cx="7306683" cy="5161153"/>
          </a:xfrm>
        </p:spPr>
        <p:txBody>
          <a:bodyPr/>
          <a:lstStyle/>
          <a:p>
            <a:pPr marL="0" lvl="0" indent="0">
              <a:buNone/>
            </a:pPr>
            <a:r>
              <a:rPr lang="en-US" sz="2000" b="1" dirty="0"/>
              <a:t>Goal:  </a:t>
            </a:r>
          </a:p>
          <a:p>
            <a:pPr lvl="0"/>
            <a:r>
              <a:rPr lang="en-US" sz="2000" dirty="0"/>
              <a:t>Write 3 test cases to test the</a:t>
            </a:r>
            <a:r>
              <a:rPr lang="en-US" sz="2000" b="1" dirty="0"/>
              <a:t> </a:t>
            </a:r>
            <a:r>
              <a:rPr lang="en-US" sz="2000" b="1" dirty="0">
                <a:solidFill>
                  <a:srgbClr val="C00000"/>
                </a:solidFill>
              </a:rPr>
              <a:t>output</a:t>
            </a:r>
            <a:r>
              <a:rPr lang="en-US" sz="2000" b="1" dirty="0"/>
              <a:t> </a:t>
            </a:r>
            <a:r>
              <a:rPr lang="en-US" sz="2000" dirty="0"/>
              <a:t>to </a:t>
            </a:r>
            <a:r>
              <a:rPr lang="en-US" sz="2000" dirty="0">
                <a:hlinkClick r:id="rId3"/>
              </a:rPr>
              <a:t>this form</a:t>
            </a:r>
            <a:endParaRPr lang="en-US" sz="2000" dirty="0"/>
          </a:p>
          <a:p>
            <a:pPr lvl="0"/>
            <a:endParaRPr lang="en-US" sz="2000" dirty="0"/>
          </a:p>
          <a:p>
            <a:pPr lvl="0"/>
            <a:endParaRPr lang="en-US" sz="2000" dirty="0"/>
          </a:p>
          <a:p>
            <a:pPr lvl="0"/>
            <a:endParaRPr lang="en-US" sz="2000" dirty="0"/>
          </a:p>
          <a:p>
            <a:pPr marL="0" indent="0" algn="ctr">
              <a:buNone/>
            </a:pPr>
            <a:r>
              <a:rPr lang="en-US" sz="4400" dirty="0"/>
              <a:t>10 minutes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ABE101-1C37-8CD5-AE1B-3AF2A2D7469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3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1215292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5">
          <a:extLst>
            <a:ext uri="{FF2B5EF4-FFF2-40B4-BE49-F238E27FC236}">
              <a16:creationId xmlns:a16="http://schemas.microsoft.com/office/drawing/2014/main" id="{4A033774-B57D-CC62-F644-2FDE1E6D4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6" name="Google Shape;4046;p37">
            <a:extLst>
              <a:ext uri="{FF2B5EF4-FFF2-40B4-BE49-F238E27FC236}">
                <a16:creationId xmlns:a16="http://schemas.microsoft.com/office/drawing/2014/main" id="{F564869D-94AD-2528-53DE-224489F151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8303" y="1596625"/>
            <a:ext cx="67611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"/>
              <a:t>CREDITS</a:t>
            </a:r>
            <a:endParaRPr/>
          </a:p>
        </p:txBody>
      </p:sp>
      <p:sp>
        <p:nvSpPr>
          <p:cNvPr id="4047" name="Google Shape;4047;p37">
            <a:extLst>
              <a:ext uri="{FF2B5EF4-FFF2-40B4-BE49-F238E27FC236}">
                <a16:creationId xmlns:a16="http://schemas.microsoft.com/office/drawing/2014/main" id="{835B5036-4408-148A-F408-AE63878273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8303" y="2590803"/>
            <a:ext cx="6761100" cy="298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"/>
              <a:t>Special thanks to all the people who made and released these awesome resources for free:</a:t>
            </a:r>
            <a:endParaRPr/>
          </a:p>
          <a:p>
            <a:pPr>
              <a:lnSpc>
                <a:spcPct val="115000"/>
              </a:lnSpc>
            </a:pPr>
            <a:r>
              <a:rPr lang="en"/>
              <a:t>Presentation template by </a:t>
            </a:r>
            <a:r>
              <a:rPr lang="en" u="sng">
                <a:solidFill>
                  <a:srgbClr val="0B87A1"/>
                </a:solidFill>
                <a:hlinkClick r:id="rId3"/>
              </a:rPr>
              <a:t>SlidesCarnival</a:t>
            </a:r>
            <a:endParaRPr>
              <a:solidFill>
                <a:srgbClr val="0B87A1"/>
              </a:solidFill>
            </a:endParaRPr>
          </a:p>
          <a:p>
            <a:pPr>
              <a:lnSpc>
                <a:spcPct val="115000"/>
              </a:lnSpc>
              <a:spcBef>
                <a:spcPts val="0"/>
              </a:spcBef>
            </a:pPr>
            <a:r>
              <a:rPr lang="en"/>
              <a:t>Photographs by </a:t>
            </a:r>
            <a:r>
              <a:rPr lang="en" u="sng">
                <a:solidFill>
                  <a:srgbClr val="0B87A1"/>
                </a:solidFill>
                <a:hlinkClick r:id="rId4"/>
              </a:rPr>
              <a:t>Unsplash</a:t>
            </a:r>
            <a:endParaRPr>
              <a:solidFill>
                <a:srgbClr val="0B87A1"/>
              </a:solidFill>
            </a:endParaRPr>
          </a:p>
        </p:txBody>
      </p:sp>
      <p:sp>
        <p:nvSpPr>
          <p:cNvPr id="4048" name="Google Shape;4048;p37">
            <a:extLst>
              <a:ext uri="{FF2B5EF4-FFF2-40B4-BE49-F238E27FC236}">
                <a16:creationId xmlns:a16="http://schemas.microsoft.com/office/drawing/2014/main" id="{18DD2A33-CAE7-1205-46A6-BEECDD7BCDE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1531" y="55774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fld id="{00000000-1234-1234-1234-123412341234}" type="slidenum">
              <a:rPr lang="en"/>
              <a:pPr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60791162"/>
      </p:ext>
    </p:extLst>
  </p:cSld>
  <p:clrMapOvr>
    <a:masterClrMapping/>
  </p:clrMapOvr>
</p:sld>
</file>

<file path=ppt/theme/theme1.xml><?xml version="1.0" encoding="utf-8"?>
<a:theme xmlns:a="http://schemas.openxmlformats.org/drawingml/2006/main" name="Mowbray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wbray 4-3 SlidesCarnival for HUJI.pptx" id="{E9037033-5940-472F-A509-82D318FD5E3B}" vid="{5F247CF2-B490-4014-B26E-8F1219C0E6A3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Mowbray 4-3 SlidesCarnival for HUJI</Template>
  <TotalTime>10849</TotalTime>
  <Words>170</Words>
  <Application>Microsoft Office PowerPoint</Application>
  <PresentationFormat>On-screen Show (4:3)</PresentationFormat>
  <Paragraphs>32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Titillium Web Light</vt:lpstr>
      <vt:lpstr>Titillium Web ExtraLight</vt:lpstr>
      <vt:lpstr>Wingdings</vt:lpstr>
      <vt:lpstr>Consolas</vt:lpstr>
      <vt:lpstr>Dosis Light</vt:lpstr>
      <vt:lpstr>Arial</vt:lpstr>
      <vt:lpstr>Mowbray template</vt:lpstr>
      <vt:lpstr>PowerPoint Presentation</vt:lpstr>
      <vt:lpstr>Class activity (1)</vt:lpstr>
      <vt:lpstr>Class activity (2)</vt:lpstr>
      <vt:lpstr>CREDITS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Stahl</dc:creator>
  <cp:lastModifiedBy>Michael Stahl</cp:lastModifiedBy>
  <cp:revision>30</cp:revision>
  <dcterms:created xsi:type="dcterms:W3CDTF">2024-12-10T08:52:40Z</dcterms:created>
  <dcterms:modified xsi:type="dcterms:W3CDTF">2026-08-10T19:11:52Z</dcterms:modified>
</cp:coreProperties>
</file>